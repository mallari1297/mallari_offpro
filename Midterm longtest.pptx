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240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9986-8DF9-E4E3-583C-79189919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FD883-42D8-2E56-6388-F0634A25C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6A875-5DFE-C78D-7DCC-A482187F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1BB98-1765-12A3-2134-C90EC8CE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9FA8-FF55-FCAC-2C61-D99B1C49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903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A0A8-D514-6D91-169D-7E51C138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B44D-84FB-802D-7C19-028934D94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D8A46-60DD-5FD3-62FB-C3308DF8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9C010-76BD-682E-C04B-D26BC0ED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CF733-6CA0-C585-AFF3-E9ACC694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855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E963-C5C5-868F-E8F4-82B1E264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F9C0C-B2B7-9B28-3BA8-875FB2A6E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9F9CC-E630-6336-9598-AD7E17ED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D6DF-2389-1AFC-5582-368C0A66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2FD2-C410-8B3E-16F8-9A62CA42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879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4AA2-3E4A-BA80-082B-C2A79CB9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0F49-0F84-CDD1-D5C2-C5CF46F6F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65C5A-6CD1-41C7-0B38-F1EA7C0AB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46B28-FB94-AF6E-046D-530B44B3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47F0E-23D9-E07F-F2C4-A426C71F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FAA1-7106-E3DF-108C-BF1926A2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721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F5E6-F02A-8C14-3FCF-F1628755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CD8D5-EA6C-7DE3-BD27-DE0489FC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FF67A-F729-E0E0-062A-25BEBE1D6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BF165-49DE-16DE-AC47-1729F787E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EA164-FF50-C447-7CCE-AD93AEDA2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61151-E342-E691-9A9A-46D45A78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E0657-C325-3EA4-C5D4-32F84D9C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68A3D-98C0-4134-6542-5AB5A12F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404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FA02-81A1-BBB6-3086-49A2CC03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CA975-C082-D0DA-CB72-BFBD4154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BCB23-37A0-F284-35D3-BF5103D8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AF89D-40BB-DD45-4A1B-E16604677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774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0C65E-BCF0-D775-A7B2-C92D746C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FD61E-A84D-04A6-0230-725D5AAB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0956E-5A2A-D71E-39F2-465E93CE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03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02CD-0BB1-5272-0FEC-28D086FA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F98CC-1B43-1F42-8742-56E78422A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59C54-D5B2-4423-2D4B-BA9A27FE3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93F96-CC8B-7EA6-312F-7959576B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22F73-D0CC-F551-4819-F7FB9736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B2269-9A38-275C-A731-B3A9E759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725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D824-0573-931E-42EC-590DD8A9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3F6AE-7162-3F48-C2F0-0492BC5C6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7BB20-E4FF-F74D-4546-6F7482543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FB633-A90B-637C-6082-5AA6D3C7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CD942-D963-151D-DEAC-825FAADE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362CC-4091-FA61-37E9-87E2703F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464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2381-0764-90A6-3E9C-0C33C84A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12704-06B8-9EA9-B82F-E4DED0471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DF7E8-9E5E-FE25-7732-8D7679EC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3DEDF-E200-AEBE-21B6-88BFD3B2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94D9E-24CA-97DE-5EE4-4B030AAB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227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27638A-07FE-5655-9EE8-14D0828FB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F87D5-816C-EE5A-FDCF-1F4CE0AE6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6AA91-31C7-EECA-1672-E168A0A0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903DB-7215-A688-AA4D-EC4CBE09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0ADC-8BEC-E2CB-59A7-4F9A11B4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378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3B372-ACAA-9648-0A72-6E9EB06E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EDB0-1239-C768-6F97-8CD874A9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C7612-8917-9BF1-521A-3E6B75C93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09510-8B49-44FD-B88C-5A998700516C}" type="datetimeFigureOut">
              <a:rPr lang="en-PH" smtClean="0"/>
              <a:t>03/05/2023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07D1-A83A-38EE-B296-72AF64F21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E85C-1D3F-DE34-3281-1B40B84EA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4A822-3A77-4855-9E87-27A14A31F2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355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!!morph">
            <a:extLst>
              <a:ext uri="{FF2B5EF4-FFF2-40B4-BE49-F238E27FC236}">
                <a16:creationId xmlns:a16="http://schemas.microsoft.com/office/drawing/2014/main" id="{ABB00F70-64AC-C803-1C3D-F2316F59E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morph">
            <a:extLst>
              <a:ext uri="{FF2B5EF4-FFF2-40B4-BE49-F238E27FC236}">
                <a16:creationId xmlns:a16="http://schemas.microsoft.com/office/drawing/2014/main" id="{F0FB5F1B-228B-C1A2-A7C6-368C162C17E2}"/>
              </a:ext>
            </a:extLst>
          </p:cNvPr>
          <p:cNvSpPr/>
          <p:nvPr/>
        </p:nvSpPr>
        <p:spPr>
          <a:xfrm>
            <a:off x="678225" y="140676"/>
            <a:ext cx="5215813" cy="56170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800" b="1" dirty="0">
              <a:latin typeface="Century Gothic" panose="020B0502020202020204" pitchFamily="34" charset="0"/>
            </a:endParaRPr>
          </a:p>
        </p:txBody>
      </p:sp>
      <p:sp>
        <p:nvSpPr>
          <p:cNvPr id="5" name="!!morph">
            <a:extLst>
              <a:ext uri="{FF2B5EF4-FFF2-40B4-BE49-F238E27FC236}">
                <a16:creationId xmlns:a16="http://schemas.microsoft.com/office/drawing/2014/main" id="{82E14AFD-98DF-1E5D-EAD1-DB23FA22AC20}"/>
              </a:ext>
            </a:extLst>
          </p:cNvPr>
          <p:cNvSpPr/>
          <p:nvPr/>
        </p:nvSpPr>
        <p:spPr>
          <a:xfrm>
            <a:off x="976641" y="1726363"/>
            <a:ext cx="4826962" cy="32316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PH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My</a:t>
            </a:r>
            <a:r>
              <a:rPr lang="en-PH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PH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Bio</a:t>
            </a:r>
            <a:r>
              <a:rPr lang="en-PH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graphy</a:t>
            </a:r>
          </a:p>
          <a:p>
            <a:pPr algn="ctr"/>
            <a:r>
              <a:rPr lang="en-PH" sz="9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?</a:t>
            </a:r>
            <a:endParaRPr lang="en-PH" sz="9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endParaRPr lang="en-PH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771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!!morph">
            <a:extLst>
              <a:ext uri="{FF2B5EF4-FFF2-40B4-BE49-F238E27FC236}">
                <a16:creationId xmlns:a16="http://schemas.microsoft.com/office/drawing/2014/main" id="{176E7940-3ACB-E02F-3E07-C6DB995DB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morph">
            <a:extLst>
              <a:ext uri="{FF2B5EF4-FFF2-40B4-BE49-F238E27FC236}">
                <a16:creationId xmlns:a16="http://schemas.microsoft.com/office/drawing/2014/main" id="{F0FB5F1B-228B-C1A2-A7C6-368C162C17E2}"/>
              </a:ext>
            </a:extLst>
          </p:cNvPr>
          <p:cNvSpPr/>
          <p:nvPr/>
        </p:nvSpPr>
        <p:spPr>
          <a:xfrm>
            <a:off x="6599195" y="177282"/>
            <a:ext cx="5215813" cy="5617028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800" b="1" dirty="0">
              <a:latin typeface="Century Gothic" panose="020B0502020202020204" pitchFamily="34" charset="0"/>
            </a:endParaRPr>
          </a:p>
        </p:txBody>
      </p:sp>
      <p:sp>
        <p:nvSpPr>
          <p:cNvPr id="6" name="!!morph">
            <a:extLst>
              <a:ext uri="{FF2B5EF4-FFF2-40B4-BE49-F238E27FC236}">
                <a16:creationId xmlns:a16="http://schemas.microsoft.com/office/drawing/2014/main" id="{9B429924-D1BD-2BE2-83A8-CD4ED9A05248}"/>
              </a:ext>
            </a:extLst>
          </p:cNvPr>
          <p:cNvSpPr/>
          <p:nvPr/>
        </p:nvSpPr>
        <p:spPr>
          <a:xfrm>
            <a:off x="8152966" y="1586205"/>
            <a:ext cx="2108269" cy="24006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Name:</a:t>
            </a:r>
          </a:p>
          <a:p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Mark Mallari</a:t>
            </a:r>
          </a:p>
          <a:p>
            <a:pPr algn="ctr"/>
            <a:endParaRPr lang="en-PH" sz="25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Age:25</a:t>
            </a:r>
          </a:p>
          <a:p>
            <a:pPr algn="ctr"/>
            <a:endParaRPr lang="en-PH" sz="25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PH" sz="25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Sex:Male</a:t>
            </a:r>
            <a:endParaRPr lang="en-PH" sz="25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004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!!morph">
            <a:extLst>
              <a:ext uri="{FF2B5EF4-FFF2-40B4-BE49-F238E27FC236}">
                <a16:creationId xmlns:a16="http://schemas.microsoft.com/office/drawing/2014/main" id="{176E7940-3ACB-E02F-3E07-C6DB995DB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morph">
            <a:extLst>
              <a:ext uri="{FF2B5EF4-FFF2-40B4-BE49-F238E27FC236}">
                <a16:creationId xmlns:a16="http://schemas.microsoft.com/office/drawing/2014/main" id="{F0FB5F1B-228B-C1A2-A7C6-368C162C17E2}"/>
              </a:ext>
            </a:extLst>
          </p:cNvPr>
          <p:cNvSpPr/>
          <p:nvPr/>
        </p:nvSpPr>
        <p:spPr>
          <a:xfrm>
            <a:off x="129567" y="108455"/>
            <a:ext cx="5215813" cy="5617028"/>
          </a:xfrm>
          <a:prstGeom prst="pentagon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800" b="1" dirty="0">
              <a:latin typeface="Century Gothic" panose="020B0502020202020204" pitchFamily="34" charset="0"/>
            </a:endParaRPr>
          </a:p>
        </p:txBody>
      </p:sp>
      <p:sp>
        <p:nvSpPr>
          <p:cNvPr id="6" name="!!morph">
            <a:extLst>
              <a:ext uri="{FF2B5EF4-FFF2-40B4-BE49-F238E27FC236}">
                <a16:creationId xmlns:a16="http://schemas.microsoft.com/office/drawing/2014/main" id="{9B429924-D1BD-2BE2-83A8-CD4ED9A05248}"/>
              </a:ext>
            </a:extLst>
          </p:cNvPr>
          <p:cNvSpPr/>
          <p:nvPr/>
        </p:nvSpPr>
        <p:spPr>
          <a:xfrm>
            <a:off x="546063" y="1419056"/>
            <a:ext cx="4166525" cy="35548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Hobbies:</a:t>
            </a:r>
          </a:p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Playing RPG</a:t>
            </a:r>
          </a:p>
          <a:p>
            <a:pPr algn="ctr"/>
            <a:endParaRPr lang="en-PH" sz="25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Favorite Game of All Time</a:t>
            </a:r>
          </a:p>
          <a:p>
            <a:pPr algn="ctr"/>
            <a:r>
              <a:rPr lang="en-PH" sz="25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Ragnarok</a:t>
            </a:r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 Online</a:t>
            </a:r>
          </a:p>
          <a:p>
            <a:pPr algn="ctr"/>
            <a:endParaRPr lang="en-PH" sz="25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PH" sz="2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6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entury Gothic" panose="020B0502020202020204" pitchFamily="34" charset="0"/>
              </a:rPr>
              <a:t>Favorite Meme:</a:t>
            </a:r>
          </a:p>
          <a:p>
            <a:pPr algn="ctr"/>
            <a:endParaRPr lang="en-PH" sz="25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Century Gothic" panose="020B0502020202020204" pitchFamily="34" charset="0"/>
            </a:endParaRPr>
          </a:p>
          <a:p>
            <a:pPr algn="ctr"/>
            <a:endParaRPr lang="en-PH" sz="25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4" name="!!morph">
            <a:extLst>
              <a:ext uri="{FF2B5EF4-FFF2-40B4-BE49-F238E27FC236}">
                <a16:creationId xmlns:a16="http://schemas.microsoft.com/office/drawing/2014/main" id="{7AD2C82B-74CE-5127-EA7F-69050EA65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15" y="4071162"/>
            <a:ext cx="1499419" cy="149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61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Daniel Mallari</dc:creator>
  <cp:lastModifiedBy>Mark Daniel Mallari</cp:lastModifiedBy>
  <cp:revision>1</cp:revision>
  <dcterms:created xsi:type="dcterms:W3CDTF">2023-05-03T10:43:46Z</dcterms:created>
  <dcterms:modified xsi:type="dcterms:W3CDTF">2023-05-03T11:46:27Z</dcterms:modified>
</cp:coreProperties>
</file>