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58" r:id="rId5"/>
    <p:sldId id="259" r:id="rId6"/>
    <p:sldId id="260" r:id="rId7"/>
    <p:sldId id="266" r:id="rId8"/>
    <p:sldId id="264" r:id="rId9"/>
    <p:sldId id="267" r:id="rId10"/>
    <p:sldId id="262" r:id="rId11"/>
    <p:sldId id="268" r:id="rId12"/>
    <p:sldId id="263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7F7C1-E310-8892-0A62-E1C6E80FE5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06B09B-6332-D901-F876-0F45DFB631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6A30CD-9493-6D4E-7676-3C1CA9427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B6EF3-26BE-42CB-BC19-5E9857B1EDE3}" type="datetimeFigureOut">
              <a:rPr lang="en-US" smtClean="0"/>
              <a:t>4/18/2023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398F1E-41D3-8967-F70C-24939E976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E61566-75E2-C918-718E-D0F6CF87D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7E62C-061B-4129-BFC4-0EC222C87A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503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D3330-BF7D-2F9D-6AA9-F07A56EFC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746E1F-403E-E175-678B-4DA874A13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9A327B-3FFA-53AA-71A3-5645F541E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B6EF3-26BE-42CB-BC19-5E9857B1EDE3}" type="datetimeFigureOut">
              <a:rPr lang="en-US" smtClean="0"/>
              <a:t>4/18/2023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FD74B8-3436-BC6F-E7FC-39A09317D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4C2495-E3AA-D237-A684-190407F81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7E62C-061B-4129-BFC4-0EC222C87A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326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2F28E-EB2C-59D4-6A2F-15DD05753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C99DF6-09C6-0099-9290-AF3C865029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EC02E-7851-094B-42C2-03ED83548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B6EF3-26BE-42CB-BC19-5E9857B1EDE3}" type="datetimeFigureOut">
              <a:rPr lang="en-US" smtClean="0"/>
              <a:t>4/18/2023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49DEA6-9951-6FA6-16EF-673471DE2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85B60-8854-94BB-1008-62833E9FE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7E62C-061B-4129-BFC4-0EC222C87A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459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A1F57-075A-6482-1648-9F69AA088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8C17F-5C3C-0647-02EE-19AA09C5C7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67FF64-3081-9DED-7E21-24BB3AE0D0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6EB94F-6F7E-A300-1C95-73F5934FA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B6EF3-26BE-42CB-BC19-5E9857B1EDE3}" type="datetimeFigureOut">
              <a:rPr lang="en-US" smtClean="0"/>
              <a:t>4/18/2023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FEFFEB-E780-38CF-6859-289192DF9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8EA52C-EB09-2D12-01A8-19DDBE42E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7E62C-061B-4129-BFC4-0EC222C87A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834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52188-475A-0936-EF3C-5A2FE612C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64798F-B498-CBE5-FFAC-A2436A0A87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DC8CB8-CF1D-D013-F171-DD61057214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215F82-BA70-0827-C014-A739C33E96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3C4502-80FD-410E-693F-366B5745B9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9EC7F1-67F6-3749-C9E8-EA865F824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B6EF3-26BE-42CB-BC19-5E9857B1EDE3}" type="datetimeFigureOut">
              <a:rPr lang="en-US" smtClean="0"/>
              <a:t>4/18/2023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C7C155-B953-16DC-DD97-478958B32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FD7381-B6F2-CAD7-5B44-DC245E719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7E62C-061B-4129-BFC4-0EC222C87A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041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7E22C-634D-0BE7-C049-143D48A50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3CA5F9-9552-7EC2-6B2F-7FDCAFC96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B6EF3-26BE-42CB-BC19-5E9857B1EDE3}" type="datetimeFigureOut">
              <a:rPr lang="en-US" smtClean="0"/>
              <a:t>4/18/2023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1BBEA9-0DF4-A230-D7A3-E85880826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3791D7-6DC4-D2F1-40BB-546176C6E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7E62C-061B-4129-BFC4-0EC222C87A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444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10F148-A561-B629-D2D9-DA83262DB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B6EF3-26BE-42CB-BC19-5E9857B1EDE3}" type="datetimeFigureOut">
              <a:rPr lang="en-US" smtClean="0"/>
              <a:t>4/18/2023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567782-E557-FE1B-5DF8-D7FDB03D0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F2D496-5E12-926F-D99E-98536B534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7E62C-061B-4129-BFC4-0EC222C87A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871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0C8AE-2367-FF12-6EE3-72D104590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7CBE4-3BB1-5FFE-A5A3-328B39778A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154F81-7E4B-3540-41C5-789D651F9D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C9FA67-697D-2FB1-A413-FDCEA98B6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B6EF3-26BE-42CB-BC19-5E9857B1EDE3}" type="datetimeFigureOut">
              <a:rPr lang="en-US" smtClean="0"/>
              <a:t>4/18/2023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338644-8569-5D12-5E18-7F52F506B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9C22E3-194A-56C1-287C-C7453129E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7E62C-061B-4129-BFC4-0EC222C87A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617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3B969-28E1-1495-E52C-26449EC25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E9B7B3-76C7-65BF-00BD-19F2A48068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EEFC1C-FC9B-6713-D5C9-2CF97A8AD4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54F666-70F1-27D0-EC57-9B1A698EF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B6EF3-26BE-42CB-BC19-5E9857B1EDE3}" type="datetimeFigureOut">
              <a:rPr lang="en-US" smtClean="0"/>
              <a:t>4/18/2023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A395A8-56B9-39AC-DFBB-615662627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E7985C-CC2D-2A03-4973-8220E7CD5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7E62C-061B-4129-BFC4-0EC222C87A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297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50839-755C-4990-1A9B-1618F8659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E155E3-D011-2965-8055-36FC422E0C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EC3722-9317-0B22-4923-737C96E76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B6EF3-26BE-42CB-BC19-5E9857B1EDE3}" type="datetimeFigureOut">
              <a:rPr lang="en-US" smtClean="0"/>
              <a:t>4/18/2023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0FC10-D888-D8BB-64AA-0746AF0E0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E6BBD4-A60E-2D66-A8DE-C487A021F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7E62C-061B-4129-BFC4-0EC222C87A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411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E22DED-7BDC-B2E5-290C-79140BDFAE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972E21-DC69-A8D5-9030-12EC778333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F4738D-1CEA-EB37-13BD-2611FDD34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B6EF3-26BE-42CB-BC19-5E9857B1EDE3}" type="datetimeFigureOut">
              <a:rPr lang="en-US" smtClean="0"/>
              <a:t>4/18/2023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85D0F6-4763-E99F-EE6A-B7B7ACAD4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938CCA-DB75-AD81-1911-E3C10CB1B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7E62C-061B-4129-BFC4-0EC222C87A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588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3BBE4E-E5DE-586B-82F3-6882D2C87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5797AB-F6B5-0893-5B9F-EACFDA74C0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ED076C-0C78-C100-E573-D32B441932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6B6EF3-26BE-42CB-BC19-5E9857B1EDE3}" type="datetimeFigureOut">
              <a:rPr lang="en-US" smtClean="0"/>
              <a:t>4/18/2023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AC7C7E-BF00-60F6-3A04-26304EF826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9D1D2E-2AFC-2FCD-A421-86A42FF5CC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87E62C-061B-4129-BFC4-0EC222C87A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575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BCAC2-03E0-1CCC-A14F-B8BAD2B85B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Century Gothic" panose="020B0502020202020204" pitchFamily="34" charset="0"/>
              </a:rPr>
              <a:t>The Yellow Submarine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AF4795-38DA-DBE4-ECB4-45CDD7E4BF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Century Gothic" panose="020B0502020202020204" pitchFamily="34" charset="0"/>
              </a:rPr>
              <a:t>(The Beatles)</a:t>
            </a:r>
          </a:p>
        </p:txBody>
      </p:sp>
    </p:spTree>
    <p:extLst>
      <p:ext uri="{BB962C8B-B14F-4D97-AF65-F5344CB8AC3E}">
        <p14:creationId xmlns:p14="http://schemas.microsoft.com/office/powerpoint/2010/main" val="3862291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9E2C1-A116-58AE-AF71-744645C11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FF3CA-F774-BBA3-772D-40002E1095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15999"/>
            <a:ext cx="10515600" cy="350174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2500" b="0" i="0" dirty="0">
              <a:solidFill>
                <a:srgbClr val="202124"/>
              </a:solidFill>
              <a:effectLst/>
              <a:latin typeface="Century Gothic" panose="020B0502020202020204" pitchFamily="34" charset="0"/>
            </a:endParaRPr>
          </a:p>
          <a:p>
            <a:pPr marL="0" indent="0" algn="ctr">
              <a:buNone/>
            </a:pPr>
            <a:endParaRPr lang="en-US" sz="2500" dirty="0">
              <a:solidFill>
                <a:srgbClr val="202124"/>
              </a:solidFill>
              <a:latin typeface="Century Gothic" panose="020B0502020202020204" pitchFamily="34" charset="0"/>
            </a:endParaRPr>
          </a:p>
          <a:p>
            <a:pPr marL="0" indent="0" algn="ctr">
              <a:buNone/>
            </a:pPr>
            <a:endParaRPr lang="en-US" sz="2500" b="0" i="0" dirty="0">
              <a:solidFill>
                <a:srgbClr val="202124"/>
              </a:solidFill>
              <a:effectLst/>
              <a:latin typeface="Century Gothic" panose="020B0502020202020204" pitchFamily="34" charset="0"/>
            </a:endParaRPr>
          </a:p>
          <a:p>
            <a:pPr marL="0" indent="0" algn="ctr">
              <a:buNone/>
            </a:pPr>
            <a:r>
              <a:rPr lang="en-US" sz="2500" b="0" i="0" dirty="0">
                <a:solidFill>
                  <a:srgbClr val="202124"/>
                </a:solidFill>
                <a:effectLst/>
                <a:latin typeface="Century Gothic" panose="020B0502020202020204" pitchFamily="34" charset="0"/>
              </a:rPr>
              <a:t>In the town where I was born</a:t>
            </a:r>
            <a:br>
              <a:rPr lang="en-US" sz="2500" dirty="0">
                <a:latin typeface="Century Gothic" panose="020B0502020202020204" pitchFamily="34" charset="0"/>
              </a:rPr>
            </a:br>
            <a:r>
              <a:rPr lang="en-US" sz="2500" b="0" i="0" dirty="0">
                <a:solidFill>
                  <a:srgbClr val="202124"/>
                </a:solidFill>
                <a:effectLst/>
                <a:latin typeface="Century Gothic" panose="020B0502020202020204" pitchFamily="34" charset="0"/>
              </a:rPr>
              <a:t>Lived a man who sailed to sea</a:t>
            </a:r>
            <a:br>
              <a:rPr lang="en-US" sz="2500" dirty="0">
                <a:latin typeface="Century Gothic" panose="020B0502020202020204" pitchFamily="34" charset="0"/>
              </a:rPr>
            </a:br>
            <a:r>
              <a:rPr lang="en-US" sz="2500" b="0" i="0" dirty="0">
                <a:solidFill>
                  <a:srgbClr val="202124"/>
                </a:solidFill>
                <a:effectLst/>
                <a:latin typeface="Century Gothic" panose="020B0502020202020204" pitchFamily="34" charset="0"/>
              </a:rPr>
              <a:t>And he told us of his life</a:t>
            </a:r>
            <a:br>
              <a:rPr lang="en-US" sz="2500" dirty="0">
                <a:latin typeface="Century Gothic" panose="020B0502020202020204" pitchFamily="34" charset="0"/>
              </a:rPr>
            </a:br>
            <a:r>
              <a:rPr lang="en-US" sz="2500" b="0" i="0" dirty="0">
                <a:solidFill>
                  <a:srgbClr val="202124"/>
                </a:solidFill>
                <a:effectLst/>
                <a:latin typeface="Century Gothic" panose="020B0502020202020204" pitchFamily="34" charset="0"/>
              </a:rPr>
              <a:t>In the land of submarines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4A2A8F5-13A8-A04E-F67C-09311A1AD41C}"/>
              </a:ext>
            </a:extLst>
          </p:cNvPr>
          <p:cNvSpPr txBox="1">
            <a:spLocks/>
          </p:cNvSpPr>
          <p:nvPr/>
        </p:nvSpPr>
        <p:spPr>
          <a:xfrm>
            <a:off x="838200" y="215486"/>
            <a:ext cx="10515600" cy="3501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sz="3000" dirty="0">
              <a:solidFill>
                <a:srgbClr val="202124"/>
              </a:solidFill>
              <a:latin typeface="Century Gothic" panose="020B0502020202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3000" dirty="0">
              <a:solidFill>
                <a:srgbClr val="202124"/>
              </a:solidFill>
              <a:latin typeface="Century Gothic" panose="020B0502020202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3000" dirty="0">
              <a:solidFill>
                <a:srgbClr val="202124"/>
              </a:solidFill>
              <a:latin typeface="Century Gothic" panose="020B0502020202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500" dirty="0">
                <a:solidFill>
                  <a:srgbClr val="FF0000"/>
                </a:solidFill>
                <a:latin typeface="Century Gothic" panose="020B0502020202020204" pitchFamily="34" charset="0"/>
              </a:rPr>
              <a:t>In the town where I was born</a:t>
            </a:r>
            <a:br>
              <a:rPr lang="en-US" sz="2500" dirty="0">
                <a:solidFill>
                  <a:srgbClr val="FF0000"/>
                </a:solidFill>
                <a:latin typeface="Century Gothic" panose="020B0502020202020204" pitchFamily="34" charset="0"/>
              </a:rPr>
            </a:br>
            <a:r>
              <a:rPr lang="en-US" sz="2500" dirty="0">
                <a:solidFill>
                  <a:srgbClr val="FF0000"/>
                </a:solidFill>
                <a:latin typeface="Century Gothic" panose="020B0502020202020204" pitchFamily="34" charset="0"/>
              </a:rPr>
              <a:t>Lived a man who sailed to sea</a:t>
            </a:r>
            <a:br>
              <a:rPr lang="en-US" sz="2500" dirty="0">
                <a:solidFill>
                  <a:srgbClr val="FF0000"/>
                </a:solidFill>
                <a:latin typeface="Century Gothic" panose="020B0502020202020204" pitchFamily="34" charset="0"/>
              </a:rPr>
            </a:br>
            <a:r>
              <a:rPr lang="en-US" sz="2500" dirty="0">
                <a:solidFill>
                  <a:srgbClr val="FF0000"/>
                </a:solidFill>
                <a:latin typeface="Century Gothic" panose="020B0502020202020204" pitchFamily="34" charset="0"/>
              </a:rPr>
              <a:t>And he told us of his life</a:t>
            </a:r>
            <a:br>
              <a:rPr lang="en-US" sz="2500" dirty="0">
                <a:solidFill>
                  <a:srgbClr val="FF0000"/>
                </a:solidFill>
                <a:latin typeface="Century Gothic" panose="020B0502020202020204" pitchFamily="34" charset="0"/>
              </a:rPr>
            </a:br>
            <a:r>
              <a:rPr lang="en-US" sz="2500" dirty="0">
                <a:solidFill>
                  <a:srgbClr val="FF0000"/>
                </a:solidFill>
                <a:latin typeface="Century Gothic" panose="020B0502020202020204" pitchFamily="34" charset="0"/>
              </a:rPr>
              <a:t>In the land of submarines</a:t>
            </a:r>
          </a:p>
        </p:txBody>
      </p:sp>
    </p:spTree>
    <p:extLst>
      <p:ext uri="{BB962C8B-B14F-4D97-AF65-F5344CB8AC3E}">
        <p14:creationId xmlns:p14="http://schemas.microsoft.com/office/powerpoint/2010/main" val="157329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E8AC-303D-DC51-0B6F-1D7C228CE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04711-2355-674F-F336-875E3CDDD4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793297"/>
          </a:xfrm>
        </p:spPr>
        <p:txBody>
          <a:bodyPr/>
          <a:lstStyle/>
          <a:p>
            <a:pPr marL="0" indent="0" algn="ctr">
              <a:buNone/>
            </a:pPr>
            <a:endParaRPr lang="en-US" sz="2800" b="0" i="0" dirty="0">
              <a:solidFill>
                <a:srgbClr val="202124"/>
              </a:solidFill>
              <a:effectLst/>
              <a:latin typeface="Century Gothic" panose="020B0502020202020204" pitchFamily="34" charset="0"/>
            </a:endParaRPr>
          </a:p>
          <a:p>
            <a:pPr marL="0" indent="0" algn="ctr">
              <a:buNone/>
            </a:pPr>
            <a:endParaRPr lang="en-US" dirty="0">
              <a:solidFill>
                <a:srgbClr val="202124"/>
              </a:solidFill>
              <a:latin typeface="Century Gothic" panose="020B0502020202020204" pitchFamily="34" charset="0"/>
            </a:endParaRPr>
          </a:p>
          <a:p>
            <a:pPr marL="0" indent="0" algn="ctr">
              <a:buNone/>
            </a:pPr>
            <a:endParaRPr lang="en-US" sz="2800" b="0" i="0" dirty="0">
              <a:solidFill>
                <a:srgbClr val="202124"/>
              </a:solidFill>
              <a:effectLst/>
              <a:latin typeface="Century Gothic" panose="020B0502020202020204" pitchFamily="34" charset="0"/>
            </a:endParaRPr>
          </a:p>
          <a:p>
            <a:pPr marL="0" indent="0" algn="ctr">
              <a:buNone/>
            </a:pPr>
            <a:endParaRPr lang="en-US" dirty="0">
              <a:solidFill>
                <a:srgbClr val="202124"/>
              </a:solidFill>
              <a:latin typeface="Century Gothic" panose="020B0502020202020204" pitchFamily="34" charset="0"/>
            </a:endParaRPr>
          </a:p>
          <a:p>
            <a:pPr marL="0" indent="0" algn="ctr">
              <a:buNone/>
            </a:pPr>
            <a:r>
              <a:rPr lang="en-US" sz="2500" b="0" i="0" dirty="0">
                <a:solidFill>
                  <a:srgbClr val="202124"/>
                </a:solidFill>
                <a:effectLst/>
                <a:latin typeface="Century Gothic" panose="020B0502020202020204" pitchFamily="34" charset="0"/>
              </a:rPr>
              <a:t>So we sailed on to the sun</a:t>
            </a:r>
            <a:br>
              <a:rPr lang="en-US" sz="2500" dirty="0">
                <a:latin typeface="Century Gothic" panose="020B0502020202020204" pitchFamily="34" charset="0"/>
              </a:rPr>
            </a:br>
            <a:r>
              <a:rPr lang="en-US" sz="2500" b="0" i="0" dirty="0" err="1">
                <a:solidFill>
                  <a:srgbClr val="202124"/>
                </a:solidFill>
                <a:effectLst/>
                <a:latin typeface="Century Gothic" panose="020B0502020202020204" pitchFamily="34" charset="0"/>
              </a:rPr>
              <a:t>'Til</a:t>
            </a:r>
            <a:r>
              <a:rPr lang="en-US" sz="2500" b="0" i="0" dirty="0">
                <a:solidFill>
                  <a:srgbClr val="202124"/>
                </a:solidFill>
                <a:effectLst/>
                <a:latin typeface="Century Gothic" panose="020B0502020202020204" pitchFamily="34" charset="0"/>
              </a:rPr>
              <a:t> we found a sea of green</a:t>
            </a:r>
            <a:br>
              <a:rPr lang="en-US" sz="2500" dirty="0">
                <a:latin typeface="Century Gothic" panose="020B0502020202020204" pitchFamily="34" charset="0"/>
              </a:rPr>
            </a:br>
            <a:r>
              <a:rPr lang="en-US" sz="2500" b="0" i="0" dirty="0">
                <a:solidFill>
                  <a:srgbClr val="202124"/>
                </a:solidFill>
                <a:effectLst/>
                <a:latin typeface="Century Gothic" panose="020B0502020202020204" pitchFamily="34" charset="0"/>
              </a:rPr>
              <a:t>And we lived beneath the waves</a:t>
            </a:r>
            <a:br>
              <a:rPr lang="en-US" sz="2500" dirty="0">
                <a:latin typeface="Century Gothic" panose="020B0502020202020204" pitchFamily="34" charset="0"/>
              </a:rPr>
            </a:br>
            <a:r>
              <a:rPr lang="en-US" sz="2500" b="0" i="0" dirty="0">
                <a:solidFill>
                  <a:srgbClr val="202124"/>
                </a:solidFill>
                <a:effectLst/>
                <a:latin typeface="Century Gothic" panose="020B0502020202020204" pitchFamily="34" charset="0"/>
              </a:rPr>
              <a:t>In our yellow submarine</a:t>
            </a:r>
            <a:endParaRPr lang="en-US" sz="25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D4204FA-7D91-9F2B-C517-A872B80F8E37}"/>
              </a:ext>
            </a:extLst>
          </p:cNvPr>
          <p:cNvSpPr txBox="1">
            <a:spLocks/>
          </p:cNvSpPr>
          <p:nvPr/>
        </p:nvSpPr>
        <p:spPr>
          <a:xfrm>
            <a:off x="838200" y="0"/>
            <a:ext cx="10515600" cy="37932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dirty="0">
              <a:solidFill>
                <a:srgbClr val="202124"/>
              </a:solidFill>
              <a:latin typeface="Century Gothic" panose="020B0502020202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dirty="0">
              <a:solidFill>
                <a:srgbClr val="202124"/>
              </a:solidFill>
              <a:latin typeface="Century Gothic" panose="020B0502020202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dirty="0">
              <a:solidFill>
                <a:srgbClr val="202124"/>
              </a:solidFill>
              <a:latin typeface="Century Gothic" panose="020B0502020202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dirty="0">
              <a:solidFill>
                <a:srgbClr val="202124"/>
              </a:solidFill>
              <a:latin typeface="Century Gothic" panose="020B0502020202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500" dirty="0">
                <a:solidFill>
                  <a:srgbClr val="FF0000"/>
                </a:solidFill>
                <a:latin typeface="Century Gothic" panose="020B0502020202020204" pitchFamily="34" charset="0"/>
              </a:rPr>
              <a:t>So we sailed on to the sun</a:t>
            </a:r>
            <a:br>
              <a:rPr lang="en-US" sz="2500" dirty="0">
                <a:solidFill>
                  <a:srgbClr val="FF0000"/>
                </a:solidFill>
                <a:latin typeface="Century Gothic" panose="020B0502020202020204" pitchFamily="34" charset="0"/>
              </a:rPr>
            </a:br>
            <a:r>
              <a:rPr lang="en-US" sz="2500" dirty="0" err="1">
                <a:solidFill>
                  <a:srgbClr val="FF0000"/>
                </a:solidFill>
                <a:latin typeface="Century Gothic" panose="020B0502020202020204" pitchFamily="34" charset="0"/>
              </a:rPr>
              <a:t>Til</a:t>
            </a:r>
            <a:r>
              <a:rPr lang="en-US" sz="2500" dirty="0">
                <a:solidFill>
                  <a:srgbClr val="FF0000"/>
                </a:solidFill>
                <a:latin typeface="Century Gothic" panose="020B0502020202020204" pitchFamily="34" charset="0"/>
              </a:rPr>
              <a:t> we found a sea of green</a:t>
            </a:r>
            <a:br>
              <a:rPr lang="en-US" sz="2500" dirty="0">
                <a:solidFill>
                  <a:srgbClr val="FF0000"/>
                </a:solidFill>
                <a:latin typeface="Century Gothic" panose="020B0502020202020204" pitchFamily="34" charset="0"/>
              </a:rPr>
            </a:br>
            <a:r>
              <a:rPr lang="en-US" sz="2500" dirty="0">
                <a:solidFill>
                  <a:srgbClr val="FF0000"/>
                </a:solidFill>
                <a:latin typeface="Century Gothic" panose="020B0502020202020204" pitchFamily="34" charset="0"/>
              </a:rPr>
              <a:t>And we lived beneath the waves</a:t>
            </a:r>
            <a:br>
              <a:rPr lang="en-US" sz="2500" dirty="0">
                <a:solidFill>
                  <a:srgbClr val="FF0000"/>
                </a:solidFill>
                <a:latin typeface="Century Gothic" panose="020B0502020202020204" pitchFamily="34" charset="0"/>
              </a:rPr>
            </a:br>
            <a:r>
              <a:rPr lang="en-US" sz="2500" dirty="0">
                <a:solidFill>
                  <a:srgbClr val="FF0000"/>
                </a:solidFill>
                <a:latin typeface="Century Gothic" panose="020B0502020202020204" pitchFamily="34" charset="0"/>
              </a:rPr>
              <a:t>In our yellow submarine</a:t>
            </a:r>
            <a:endParaRPr lang="en-US" sz="25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4594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478B0-AF3A-7AC4-F51A-DAA6293E2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C5218-C4D8-284E-2196-34A7B5CE00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404508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3000" b="0" i="0" dirty="0">
              <a:solidFill>
                <a:srgbClr val="202124"/>
              </a:solidFill>
              <a:effectLst/>
              <a:latin typeface="Century Gothic" panose="020B0502020202020204" pitchFamily="34" charset="0"/>
            </a:endParaRPr>
          </a:p>
          <a:p>
            <a:pPr marL="0" indent="0" algn="ctr">
              <a:buNone/>
            </a:pPr>
            <a:endParaRPr lang="en-US" sz="3000" dirty="0">
              <a:solidFill>
                <a:srgbClr val="202124"/>
              </a:solidFill>
              <a:latin typeface="Century Gothic" panose="020B0502020202020204" pitchFamily="34" charset="0"/>
            </a:endParaRPr>
          </a:p>
          <a:p>
            <a:pPr marL="0" indent="0" algn="ctr">
              <a:buNone/>
            </a:pPr>
            <a:endParaRPr lang="en-US" sz="3000" b="0" i="0" dirty="0">
              <a:solidFill>
                <a:srgbClr val="202124"/>
              </a:solidFill>
              <a:effectLst/>
              <a:latin typeface="Century Gothic" panose="020B0502020202020204" pitchFamily="34" charset="0"/>
            </a:endParaRPr>
          </a:p>
          <a:p>
            <a:pPr marL="0" indent="0" algn="ctr">
              <a:buNone/>
            </a:pPr>
            <a:endParaRPr lang="en-US" sz="3000" dirty="0">
              <a:solidFill>
                <a:srgbClr val="202124"/>
              </a:solidFill>
              <a:latin typeface="Century Gothic" panose="020B0502020202020204" pitchFamily="34" charset="0"/>
            </a:endParaRPr>
          </a:p>
          <a:p>
            <a:pPr marL="0" indent="0" algn="ctr">
              <a:buNone/>
            </a:pPr>
            <a:r>
              <a:rPr lang="en-US" sz="2500" b="0" i="0" dirty="0">
                <a:solidFill>
                  <a:srgbClr val="202124"/>
                </a:solidFill>
                <a:effectLst/>
                <a:latin typeface="Century Gothic" panose="020B0502020202020204" pitchFamily="34" charset="0"/>
              </a:rPr>
              <a:t>We all live in a yellow submarine</a:t>
            </a:r>
            <a:br>
              <a:rPr lang="en-US" sz="2500" dirty="0">
                <a:latin typeface="Century Gothic" panose="020B0502020202020204" pitchFamily="34" charset="0"/>
              </a:rPr>
            </a:br>
            <a:r>
              <a:rPr lang="en-US" sz="2500" b="0" i="0" dirty="0">
                <a:solidFill>
                  <a:srgbClr val="202124"/>
                </a:solidFill>
                <a:effectLst/>
                <a:latin typeface="Century Gothic" panose="020B0502020202020204" pitchFamily="34" charset="0"/>
              </a:rPr>
              <a:t>Yellow submarine, yellow submarine</a:t>
            </a:r>
            <a:br>
              <a:rPr lang="en-US" sz="2500" dirty="0">
                <a:latin typeface="Century Gothic" panose="020B0502020202020204" pitchFamily="34" charset="0"/>
              </a:rPr>
            </a:br>
            <a:r>
              <a:rPr lang="en-US" sz="2500" b="0" i="0" dirty="0">
                <a:solidFill>
                  <a:srgbClr val="202124"/>
                </a:solidFill>
                <a:effectLst/>
                <a:latin typeface="Century Gothic" panose="020B0502020202020204" pitchFamily="34" charset="0"/>
              </a:rPr>
              <a:t>We all live in a yellow submarine</a:t>
            </a:r>
            <a:br>
              <a:rPr lang="en-US" sz="2500" dirty="0">
                <a:latin typeface="Century Gothic" panose="020B0502020202020204" pitchFamily="34" charset="0"/>
              </a:rPr>
            </a:br>
            <a:r>
              <a:rPr lang="en-US" sz="2500" b="0" i="0" dirty="0">
                <a:solidFill>
                  <a:srgbClr val="202124"/>
                </a:solidFill>
                <a:effectLst/>
                <a:latin typeface="Century Gothic" panose="020B0502020202020204" pitchFamily="34" charset="0"/>
              </a:rPr>
              <a:t>Yellow submarine, yellow submarine</a:t>
            </a:r>
            <a:endParaRPr lang="en-US" sz="2500" dirty="0">
              <a:latin typeface="Century Gothic" panose="020B0502020202020204" pitchFamily="34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3F84A05-D76F-3A11-106E-6B34D3C301EF}"/>
              </a:ext>
            </a:extLst>
          </p:cNvPr>
          <p:cNvSpPr txBox="1">
            <a:spLocks/>
          </p:cNvSpPr>
          <p:nvPr/>
        </p:nvSpPr>
        <p:spPr>
          <a:xfrm>
            <a:off x="937591" y="0"/>
            <a:ext cx="10515600" cy="4045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sz="3000" dirty="0">
              <a:solidFill>
                <a:srgbClr val="202124"/>
              </a:solidFill>
              <a:latin typeface="Century Gothic" panose="020B0502020202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3000" dirty="0">
              <a:solidFill>
                <a:srgbClr val="202124"/>
              </a:solidFill>
              <a:latin typeface="Century Gothic" panose="020B0502020202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3000" dirty="0">
              <a:solidFill>
                <a:srgbClr val="202124"/>
              </a:solidFill>
              <a:latin typeface="Century Gothic" panose="020B0502020202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3000" dirty="0">
              <a:solidFill>
                <a:srgbClr val="202124"/>
              </a:solidFill>
              <a:latin typeface="Century Gothic" panose="020B0502020202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500" dirty="0">
                <a:solidFill>
                  <a:srgbClr val="FF0000"/>
                </a:solidFill>
                <a:latin typeface="Century Gothic" panose="020B0502020202020204" pitchFamily="34" charset="0"/>
              </a:rPr>
              <a:t>We all live in a yellow submarine</a:t>
            </a:r>
            <a:br>
              <a:rPr lang="en-US" sz="2500" dirty="0">
                <a:solidFill>
                  <a:srgbClr val="FF0000"/>
                </a:solidFill>
                <a:latin typeface="Century Gothic" panose="020B0502020202020204" pitchFamily="34" charset="0"/>
              </a:rPr>
            </a:br>
            <a:r>
              <a:rPr lang="en-US" sz="2500" dirty="0">
                <a:solidFill>
                  <a:srgbClr val="FF0000"/>
                </a:solidFill>
                <a:latin typeface="Century Gothic" panose="020B0502020202020204" pitchFamily="34" charset="0"/>
              </a:rPr>
              <a:t>Yellow submarine, yellow submarine</a:t>
            </a:r>
            <a:br>
              <a:rPr lang="en-US" sz="2500" dirty="0">
                <a:solidFill>
                  <a:srgbClr val="FF0000"/>
                </a:solidFill>
                <a:latin typeface="Century Gothic" panose="020B0502020202020204" pitchFamily="34" charset="0"/>
              </a:rPr>
            </a:br>
            <a:r>
              <a:rPr lang="en-US" sz="2500" dirty="0">
                <a:solidFill>
                  <a:srgbClr val="FF0000"/>
                </a:solidFill>
                <a:latin typeface="Century Gothic" panose="020B0502020202020204" pitchFamily="34" charset="0"/>
              </a:rPr>
              <a:t>We all live in a yellow submarine</a:t>
            </a:r>
            <a:br>
              <a:rPr lang="en-US" sz="2500" dirty="0">
                <a:solidFill>
                  <a:srgbClr val="FF0000"/>
                </a:solidFill>
                <a:latin typeface="Century Gothic" panose="020B0502020202020204" pitchFamily="34" charset="0"/>
              </a:rPr>
            </a:br>
            <a:r>
              <a:rPr lang="en-US" sz="2500" dirty="0">
                <a:solidFill>
                  <a:srgbClr val="FF0000"/>
                </a:solidFill>
                <a:latin typeface="Century Gothic" panose="020B0502020202020204" pitchFamily="34" charset="0"/>
              </a:rPr>
              <a:t>Yellow submarine, yellow submarine</a:t>
            </a:r>
          </a:p>
        </p:txBody>
      </p:sp>
    </p:spTree>
    <p:extLst>
      <p:ext uri="{BB962C8B-B14F-4D97-AF65-F5344CB8AC3E}">
        <p14:creationId xmlns:p14="http://schemas.microsoft.com/office/powerpoint/2010/main" val="2264898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0B81D-AF8B-E90A-613E-B69B8A952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D1742-F915-4861-0C06-2167A650C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24387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000" b="1" i="0" dirty="0">
                <a:solidFill>
                  <a:srgbClr val="202124"/>
                </a:solidFill>
                <a:effectLst/>
                <a:latin typeface="Century Gothic" panose="020B0502020202020204" pitchFamily="34" charset="0"/>
              </a:rPr>
              <a:t> </a:t>
            </a:r>
          </a:p>
          <a:p>
            <a:pPr marL="0" indent="0" algn="ctr">
              <a:buNone/>
            </a:pPr>
            <a:endParaRPr lang="en-US" sz="3000" b="1" dirty="0">
              <a:solidFill>
                <a:srgbClr val="202124"/>
              </a:solidFill>
              <a:latin typeface="Century Gothic" panose="020B0502020202020204" pitchFamily="34" charset="0"/>
            </a:endParaRPr>
          </a:p>
          <a:p>
            <a:pPr marL="0" indent="0" algn="ctr">
              <a:buNone/>
            </a:pPr>
            <a:endParaRPr lang="en-US" sz="3000" b="1" i="0" dirty="0">
              <a:solidFill>
                <a:srgbClr val="202124"/>
              </a:solidFill>
              <a:effectLst/>
              <a:latin typeface="Century Gothic" panose="020B0502020202020204" pitchFamily="34" charset="0"/>
            </a:endParaRPr>
          </a:p>
          <a:p>
            <a:pPr marL="0" indent="0" algn="ctr">
              <a:buNone/>
            </a:pPr>
            <a:endParaRPr lang="en-US" sz="3000" b="1" dirty="0">
              <a:solidFill>
                <a:srgbClr val="202124"/>
              </a:solidFill>
              <a:latin typeface="Century Gothic" panose="020B0502020202020204" pitchFamily="34" charset="0"/>
            </a:endParaRPr>
          </a:p>
          <a:p>
            <a:pPr marL="0" indent="0" algn="ctr">
              <a:buNone/>
            </a:pPr>
            <a:endParaRPr lang="en-US" sz="2500" b="1" i="0" dirty="0">
              <a:solidFill>
                <a:srgbClr val="202124"/>
              </a:solidFill>
              <a:effectLst/>
              <a:latin typeface="Century Gothic" panose="020B0502020202020204" pitchFamily="34" charset="0"/>
            </a:endParaRPr>
          </a:p>
          <a:p>
            <a:pPr marL="0" indent="0" algn="ctr">
              <a:buNone/>
            </a:pPr>
            <a:r>
              <a:rPr lang="en-US" sz="2500" i="0" dirty="0">
                <a:solidFill>
                  <a:srgbClr val="202124"/>
                </a:solidFill>
                <a:effectLst/>
                <a:latin typeface="Century Gothic" panose="020B0502020202020204" pitchFamily="34" charset="0"/>
              </a:rPr>
              <a:t>And our friends are all aboard</a:t>
            </a:r>
            <a:br>
              <a:rPr lang="en-US" sz="2500" dirty="0">
                <a:latin typeface="Century Gothic" panose="020B0502020202020204" pitchFamily="34" charset="0"/>
              </a:rPr>
            </a:br>
            <a:r>
              <a:rPr lang="en-US" sz="2500" i="0" dirty="0">
                <a:solidFill>
                  <a:srgbClr val="202124"/>
                </a:solidFill>
                <a:effectLst/>
                <a:latin typeface="Century Gothic" panose="020B0502020202020204" pitchFamily="34" charset="0"/>
              </a:rPr>
              <a:t>Many more of them live next door</a:t>
            </a:r>
            <a:br>
              <a:rPr lang="en-US" sz="2500" dirty="0">
                <a:latin typeface="Century Gothic" panose="020B0502020202020204" pitchFamily="34" charset="0"/>
              </a:rPr>
            </a:br>
            <a:r>
              <a:rPr lang="en-US" sz="2500" i="0" dirty="0">
                <a:solidFill>
                  <a:srgbClr val="202124"/>
                </a:solidFill>
                <a:effectLst/>
                <a:latin typeface="Century Gothic" panose="020B0502020202020204" pitchFamily="34" charset="0"/>
              </a:rPr>
              <a:t>And the band begins to play</a:t>
            </a:r>
            <a:endParaRPr lang="en-US" sz="2500" dirty="0">
              <a:latin typeface="Century Gothic" panose="020B0502020202020204" pitchFamily="34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D21217B-9270-BDDD-B33A-93661B73B2B5}"/>
              </a:ext>
            </a:extLst>
          </p:cNvPr>
          <p:cNvSpPr txBox="1">
            <a:spLocks/>
          </p:cNvSpPr>
          <p:nvPr/>
        </p:nvSpPr>
        <p:spPr>
          <a:xfrm>
            <a:off x="838200" y="-168828"/>
            <a:ext cx="10515600" cy="42438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3000" b="1" dirty="0">
                <a:solidFill>
                  <a:srgbClr val="202124"/>
                </a:solidFill>
                <a:latin typeface="Century Gothic" panose="020B0502020202020204" pitchFamily="34" charset="0"/>
              </a:rPr>
              <a:t> 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3000" b="1" dirty="0">
              <a:solidFill>
                <a:srgbClr val="202124"/>
              </a:solidFill>
              <a:latin typeface="Century Gothic" panose="020B0502020202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3000" b="1" dirty="0">
              <a:solidFill>
                <a:srgbClr val="202124"/>
              </a:solidFill>
              <a:latin typeface="Century Gothic" panose="020B0502020202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3000" b="1" dirty="0">
              <a:solidFill>
                <a:srgbClr val="202124"/>
              </a:solidFill>
              <a:latin typeface="Century Gothic" panose="020B0502020202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2500" b="1" dirty="0">
              <a:solidFill>
                <a:srgbClr val="202124"/>
              </a:solidFill>
              <a:latin typeface="Century Gothic" panose="020B0502020202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500" dirty="0">
                <a:solidFill>
                  <a:srgbClr val="FF0000"/>
                </a:solidFill>
                <a:latin typeface="Century Gothic" panose="020B0502020202020204" pitchFamily="34" charset="0"/>
              </a:rPr>
              <a:t>And our friends are all aboard</a:t>
            </a:r>
            <a:br>
              <a:rPr lang="en-US" sz="2500" dirty="0">
                <a:solidFill>
                  <a:srgbClr val="FF0000"/>
                </a:solidFill>
                <a:latin typeface="Century Gothic" panose="020B0502020202020204" pitchFamily="34" charset="0"/>
              </a:rPr>
            </a:br>
            <a:r>
              <a:rPr lang="en-US" sz="2500" dirty="0">
                <a:solidFill>
                  <a:srgbClr val="FF0000"/>
                </a:solidFill>
                <a:latin typeface="Century Gothic" panose="020B0502020202020204" pitchFamily="34" charset="0"/>
              </a:rPr>
              <a:t>Many more of them live next door</a:t>
            </a:r>
            <a:br>
              <a:rPr lang="en-US" sz="2500" dirty="0">
                <a:solidFill>
                  <a:srgbClr val="FF0000"/>
                </a:solidFill>
                <a:latin typeface="Century Gothic" panose="020B0502020202020204" pitchFamily="34" charset="0"/>
              </a:rPr>
            </a:br>
            <a:r>
              <a:rPr lang="en-US" sz="2500" dirty="0">
                <a:solidFill>
                  <a:srgbClr val="FF0000"/>
                </a:solidFill>
                <a:latin typeface="Century Gothic" panose="020B0502020202020204" pitchFamily="34" charset="0"/>
              </a:rPr>
              <a:t>And the band begins to play</a:t>
            </a:r>
          </a:p>
        </p:txBody>
      </p:sp>
    </p:spTree>
    <p:extLst>
      <p:ext uri="{BB962C8B-B14F-4D97-AF65-F5344CB8AC3E}">
        <p14:creationId xmlns:p14="http://schemas.microsoft.com/office/powerpoint/2010/main" val="777581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24A1A-8596-DB06-6686-54D915C77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AD878-2F82-2D6F-9D40-F86FE8C70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635" y="1027906"/>
            <a:ext cx="10515600" cy="423061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3000" i="0" dirty="0">
              <a:solidFill>
                <a:srgbClr val="202124"/>
              </a:solidFill>
              <a:effectLst/>
              <a:latin typeface="Century Gothic" panose="020B0502020202020204" pitchFamily="34" charset="0"/>
            </a:endParaRPr>
          </a:p>
          <a:p>
            <a:pPr marL="0" indent="0" algn="ctr">
              <a:buNone/>
            </a:pPr>
            <a:endParaRPr lang="en-US" sz="3000" dirty="0">
              <a:solidFill>
                <a:srgbClr val="202124"/>
              </a:solidFill>
              <a:latin typeface="Century Gothic" panose="020B0502020202020204" pitchFamily="34" charset="0"/>
            </a:endParaRPr>
          </a:p>
          <a:p>
            <a:pPr marL="0" indent="0" algn="ctr">
              <a:buNone/>
            </a:pPr>
            <a:endParaRPr lang="en-US" sz="3000" dirty="0">
              <a:solidFill>
                <a:srgbClr val="202124"/>
              </a:solidFill>
              <a:latin typeface="Century Gothic" panose="020B0502020202020204" pitchFamily="34" charset="0"/>
            </a:endParaRPr>
          </a:p>
          <a:p>
            <a:pPr marL="0" indent="0" algn="ctr">
              <a:buNone/>
            </a:pPr>
            <a:endParaRPr lang="en-US" sz="3000" i="0" dirty="0">
              <a:solidFill>
                <a:srgbClr val="202124"/>
              </a:solidFill>
              <a:effectLst/>
              <a:latin typeface="Century Gothic" panose="020B0502020202020204" pitchFamily="34" charset="0"/>
            </a:endParaRPr>
          </a:p>
          <a:p>
            <a:pPr marL="0" indent="0" algn="ctr">
              <a:buNone/>
            </a:pPr>
            <a:endParaRPr lang="en-US" sz="3000" dirty="0">
              <a:solidFill>
                <a:srgbClr val="202124"/>
              </a:solidFill>
              <a:latin typeface="Century Gothic" panose="020B0502020202020204" pitchFamily="34" charset="0"/>
            </a:endParaRPr>
          </a:p>
          <a:p>
            <a:pPr marL="0" indent="0" algn="ctr">
              <a:buNone/>
            </a:pPr>
            <a:endParaRPr lang="en-US" sz="3000" i="0" dirty="0">
              <a:solidFill>
                <a:srgbClr val="202124"/>
              </a:solidFill>
              <a:effectLst/>
              <a:latin typeface="Century Gothic" panose="020B0502020202020204" pitchFamily="34" charset="0"/>
            </a:endParaRPr>
          </a:p>
          <a:p>
            <a:pPr marL="0" indent="0" algn="ctr">
              <a:buNone/>
            </a:pPr>
            <a:r>
              <a:rPr lang="en-US" sz="2500" i="0" dirty="0">
                <a:solidFill>
                  <a:srgbClr val="202124"/>
                </a:solidFill>
                <a:effectLst/>
                <a:latin typeface="Century Gothic" panose="020B0502020202020204" pitchFamily="34" charset="0"/>
              </a:rPr>
              <a:t>We all live in a yellow submarine</a:t>
            </a:r>
            <a:br>
              <a:rPr lang="en-US" sz="2500" dirty="0">
                <a:latin typeface="Century Gothic" panose="020B0502020202020204" pitchFamily="34" charset="0"/>
              </a:rPr>
            </a:br>
            <a:r>
              <a:rPr lang="en-US" sz="2500" i="0" dirty="0">
                <a:solidFill>
                  <a:srgbClr val="202124"/>
                </a:solidFill>
                <a:effectLst/>
                <a:latin typeface="Century Gothic" panose="020B0502020202020204" pitchFamily="34" charset="0"/>
              </a:rPr>
              <a:t>Yellow submarine, yellow submarine</a:t>
            </a:r>
          </a:p>
          <a:p>
            <a:pPr marL="0" indent="0" algn="ctr">
              <a:buNone/>
            </a:pPr>
            <a:endParaRPr lang="en-US" sz="3000" dirty="0">
              <a:latin typeface="Century Gothic" panose="020B0502020202020204" pitchFamily="34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E19302E-69A6-D79C-1BFA-BCD493C67E86}"/>
              </a:ext>
            </a:extLst>
          </p:cNvPr>
          <p:cNvSpPr txBox="1">
            <a:spLocks/>
          </p:cNvSpPr>
          <p:nvPr/>
        </p:nvSpPr>
        <p:spPr>
          <a:xfrm>
            <a:off x="821635" y="-801618"/>
            <a:ext cx="10515600" cy="42306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sz="3000" dirty="0">
              <a:solidFill>
                <a:srgbClr val="202124"/>
              </a:solidFill>
              <a:latin typeface="Century Gothic" panose="020B0502020202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3000" dirty="0">
              <a:solidFill>
                <a:srgbClr val="202124"/>
              </a:solidFill>
              <a:latin typeface="Century Gothic" panose="020B0502020202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3000" dirty="0">
              <a:solidFill>
                <a:srgbClr val="202124"/>
              </a:solidFill>
              <a:latin typeface="Century Gothic" panose="020B0502020202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3000" dirty="0">
              <a:solidFill>
                <a:srgbClr val="202124"/>
              </a:solidFill>
              <a:latin typeface="Century Gothic" panose="020B0502020202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3000" dirty="0">
              <a:solidFill>
                <a:srgbClr val="202124"/>
              </a:solidFill>
              <a:latin typeface="Century Gothic" panose="020B0502020202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3000" dirty="0">
              <a:solidFill>
                <a:srgbClr val="202124"/>
              </a:solidFill>
              <a:latin typeface="Century Gothic" panose="020B0502020202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500" dirty="0">
                <a:solidFill>
                  <a:srgbClr val="FF0000"/>
                </a:solidFill>
                <a:latin typeface="Century Gothic" panose="020B0502020202020204" pitchFamily="34" charset="0"/>
              </a:rPr>
              <a:t>We all live in a yellow submarine</a:t>
            </a:r>
            <a:br>
              <a:rPr lang="en-US" sz="2500" dirty="0">
                <a:solidFill>
                  <a:srgbClr val="FF0000"/>
                </a:solidFill>
                <a:latin typeface="Century Gothic" panose="020B0502020202020204" pitchFamily="34" charset="0"/>
              </a:rPr>
            </a:br>
            <a:r>
              <a:rPr lang="en-US" sz="2500" dirty="0">
                <a:solidFill>
                  <a:srgbClr val="FF0000"/>
                </a:solidFill>
                <a:latin typeface="Century Gothic" panose="020B0502020202020204" pitchFamily="34" charset="0"/>
              </a:rPr>
              <a:t>Yellow submarine, yellow submarine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30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0418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356B2-440C-DC16-FC2D-326522798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3F8BC2-C0AA-AA01-8BC6-0B0EFCF7B2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7774" y="1163016"/>
            <a:ext cx="10515600" cy="3621018"/>
          </a:xfrm>
        </p:spPr>
        <p:txBody>
          <a:bodyPr/>
          <a:lstStyle/>
          <a:p>
            <a:pPr marL="0" indent="0" algn="ctr">
              <a:buNone/>
            </a:pPr>
            <a:endParaRPr lang="en-US" sz="2800" i="0" dirty="0">
              <a:solidFill>
                <a:srgbClr val="202124"/>
              </a:solidFill>
              <a:effectLst/>
              <a:latin typeface="Century Gothic" panose="020B0502020202020204" pitchFamily="34" charset="0"/>
            </a:endParaRPr>
          </a:p>
          <a:p>
            <a:pPr marL="0" indent="0" algn="ctr">
              <a:buNone/>
            </a:pPr>
            <a:endParaRPr lang="en-US" dirty="0">
              <a:solidFill>
                <a:srgbClr val="202124"/>
              </a:solidFill>
              <a:latin typeface="Century Gothic" panose="020B0502020202020204" pitchFamily="34" charset="0"/>
            </a:endParaRPr>
          </a:p>
          <a:p>
            <a:pPr marL="0" indent="0" algn="ctr">
              <a:buNone/>
            </a:pPr>
            <a:endParaRPr lang="en-US" sz="2800" i="0" dirty="0">
              <a:solidFill>
                <a:srgbClr val="202124"/>
              </a:solidFill>
              <a:effectLst/>
              <a:latin typeface="Century Gothic" panose="020B0502020202020204" pitchFamily="34" charset="0"/>
            </a:endParaRPr>
          </a:p>
          <a:p>
            <a:pPr marL="0" indent="0" algn="ctr">
              <a:buNone/>
            </a:pPr>
            <a:endParaRPr lang="en-US" dirty="0">
              <a:solidFill>
                <a:srgbClr val="202124"/>
              </a:solidFill>
              <a:latin typeface="Century Gothic" panose="020B0502020202020204" pitchFamily="34" charset="0"/>
            </a:endParaRPr>
          </a:p>
          <a:p>
            <a:pPr marL="0" indent="0" algn="ctr">
              <a:buNone/>
            </a:pPr>
            <a:endParaRPr lang="en-US" sz="2800" i="0" dirty="0">
              <a:solidFill>
                <a:srgbClr val="202124"/>
              </a:solidFill>
              <a:effectLst/>
              <a:latin typeface="Century Gothic" panose="020B0502020202020204" pitchFamily="34" charset="0"/>
            </a:endParaRPr>
          </a:p>
          <a:p>
            <a:pPr marL="0" indent="0" algn="ctr">
              <a:buNone/>
            </a:pPr>
            <a:r>
              <a:rPr lang="en-US" sz="2500" i="0" dirty="0">
                <a:solidFill>
                  <a:srgbClr val="202124"/>
                </a:solidFill>
                <a:effectLst/>
                <a:latin typeface="Century Gothic" panose="020B0502020202020204" pitchFamily="34" charset="0"/>
              </a:rPr>
              <a:t>We all live in a yellow submarine</a:t>
            </a:r>
            <a:br>
              <a:rPr lang="en-US" sz="2500" dirty="0">
                <a:latin typeface="Century Gothic" panose="020B0502020202020204" pitchFamily="34" charset="0"/>
              </a:rPr>
            </a:br>
            <a:r>
              <a:rPr lang="en-US" sz="2500" i="0" dirty="0">
                <a:solidFill>
                  <a:srgbClr val="202124"/>
                </a:solidFill>
                <a:effectLst/>
                <a:latin typeface="Century Gothic" panose="020B0502020202020204" pitchFamily="34" charset="0"/>
              </a:rPr>
              <a:t>Yellow submarine, yellow submarine</a:t>
            </a:r>
            <a:endParaRPr lang="en-US" sz="25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F0DD787-3858-10C5-D2FA-3E2E02F481C5}"/>
              </a:ext>
            </a:extLst>
          </p:cNvPr>
          <p:cNvSpPr txBox="1">
            <a:spLocks/>
          </p:cNvSpPr>
          <p:nvPr/>
        </p:nvSpPr>
        <p:spPr>
          <a:xfrm>
            <a:off x="1056860" y="-301349"/>
            <a:ext cx="10515600" cy="36210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dirty="0">
              <a:solidFill>
                <a:srgbClr val="202124"/>
              </a:solidFill>
              <a:latin typeface="Century Gothic" panose="020B0502020202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dirty="0">
              <a:solidFill>
                <a:srgbClr val="202124"/>
              </a:solidFill>
              <a:latin typeface="Century Gothic" panose="020B0502020202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dirty="0">
              <a:solidFill>
                <a:srgbClr val="202124"/>
              </a:solidFill>
              <a:latin typeface="Century Gothic" panose="020B0502020202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dirty="0">
              <a:solidFill>
                <a:srgbClr val="202124"/>
              </a:solidFill>
              <a:latin typeface="Century Gothic" panose="020B0502020202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dirty="0">
              <a:solidFill>
                <a:srgbClr val="202124"/>
              </a:solidFill>
              <a:latin typeface="Century Gothic" panose="020B0502020202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500" dirty="0">
                <a:solidFill>
                  <a:srgbClr val="FF0000"/>
                </a:solidFill>
                <a:latin typeface="Century Gothic" panose="020B0502020202020204" pitchFamily="34" charset="0"/>
              </a:rPr>
              <a:t>We all live in a yellow submarine</a:t>
            </a:r>
            <a:br>
              <a:rPr lang="en-US" sz="2500" dirty="0">
                <a:solidFill>
                  <a:srgbClr val="FF0000"/>
                </a:solidFill>
                <a:latin typeface="Century Gothic" panose="020B0502020202020204" pitchFamily="34" charset="0"/>
              </a:rPr>
            </a:br>
            <a:r>
              <a:rPr lang="en-US" sz="2500" dirty="0">
                <a:solidFill>
                  <a:srgbClr val="FF0000"/>
                </a:solidFill>
                <a:latin typeface="Century Gothic" panose="020B0502020202020204" pitchFamily="34" charset="0"/>
              </a:rPr>
              <a:t>Yellow submarine, yellow submarine</a:t>
            </a:r>
            <a:endParaRPr lang="en-US" sz="25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67345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7789D-CE98-F521-2526-35D7831EE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F6F31B-209C-BD4F-89C4-A3F7F65139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6922" y="781879"/>
            <a:ext cx="10515600" cy="431013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3000" b="0" i="0" dirty="0">
              <a:solidFill>
                <a:srgbClr val="202124"/>
              </a:solidFill>
              <a:effectLst/>
              <a:latin typeface="Century Gothic" panose="020B0502020202020204" pitchFamily="34" charset="0"/>
            </a:endParaRPr>
          </a:p>
          <a:p>
            <a:pPr marL="0" indent="0" algn="ctr">
              <a:buNone/>
            </a:pPr>
            <a:endParaRPr lang="en-US" sz="3000" dirty="0">
              <a:solidFill>
                <a:srgbClr val="202124"/>
              </a:solidFill>
              <a:latin typeface="Century Gothic" panose="020B0502020202020204" pitchFamily="34" charset="0"/>
            </a:endParaRPr>
          </a:p>
          <a:p>
            <a:pPr marL="0" indent="0" algn="ctr">
              <a:buNone/>
            </a:pPr>
            <a:endParaRPr lang="en-US" sz="3000" b="0" i="0" dirty="0">
              <a:solidFill>
                <a:srgbClr val="202124"/>
              </a:solidFill>
              <a:effectLst/>
              <a:latin typeface="Century Gothic" panose="020B0502020202020204" pitchFamily="34" charset="0"/>
            </a:endParaRPr>
          </a:p>
          <a:p>
            <a:pPr marL="0" indent="0" algn="ctr">
              <a:buNone/>
            </a:pPr>
            <a:endParaRPr lang="en-US" sz="3000" dirty="0">
              <a:solidFill>
                <a:srgbClr val="202124"/>
              </a:solidFill>
              <a:latin typeface="Century Gothic" panose="020B0502020202020204" pitchFamily="34" charset="0"/>
            </a:endParaRPr>
          </a:p>
          <a:p>
            <a:pPr marL="0" indent="0" algn="ctr">
              <a:buNone/>
            </a:pPr>
            <a:endParaRPr lang="en-US" sz="3000" b="0" i="0" dirty="0">
              <a:solidFill>
                <a:srgbClr val="202124"/>
              </a:solidFill>
              <a:effectLst/>
              <a:latin typeface="Century Gothic" panose="020B0502020202020204" pitchFamily="34" charset="0"/>
            </a:endParaRPr>
          </a:p>
          <a:p>
            <a:pPr marL="0" indent="0" algn="ctr">
              <a:buNone/>
            </a:pPr>
            <a:endParaRPr lang="en-US" sz="3000" dirty="0">
              <a:solidFill>
                <a:srgbClr val="202124"/>
              </a:solidFill>
              <a:latin typeface="Century Gothic" panose="020B0502020202020204" pitchFamily="34" charset="0"/>
            </a:endParaRPr>
          </a:p>
          <a:p>
            <a:pPr marL="0" indent="0" algn="ctr">
              <a:buNone/>
            </a:pPr>
            <a:r>
              <a:rPr lang="en-US" sz="2500" b="0" i="0" dirty="0">
                <a:solidFill>
                  <a:srgbClr val="202124"/>
                </a:solidFill>
                <a:effectLst/>
                <a:latin typeface="Century Gothic" panose="020B0502020202020204" pitchFamily="34" charset="0"/>
              </a:rPr>
              <a:t>Full steam ahead, Mister Boatswain, full steam ahead</a:t>
            </a:r>
            <a:br>
              <a:rPr lang="en-US" sz="2500" dirty="0">
                <a:latin typeface="Century Gothic" panose="020B0502020202020204" pitchFamily="34" charset="0"/>
              </a:rPr>
            </a:br>
            <a:r>
              <a:rPr lang="en-US" sz="2500" b="0" i="0" dirty="0">
                <a:solidFill>
                  <a:srgbClr val="202124"/>
                </a:solidFill>
                <a:effectLst/>
                <a:latin typeface="Century Gothic" panose="020B0502020202020204" pitchFamily="34" charset="0"/>
              </a:rPr>
              <a:t>Full steam ahead it is, Sergeant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F7951F8-A57E-BC0B-EA80-47A6069ABF38}"/>
              </a:ext>
            </a:extLst>
          </p:cNvPr>
          <p:cNvSpPr txBox="1">
            <a:spLocks/>
          </p:cNvSpPr>
          <p:nvPr/>
        </p:nvSpPr>
        <p:spPr>
          <a:xfrm>
            <a:off x="1043609" y="-881132"/>
            <a:ext cx="10515600" cy="43101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sz="3000" dirty="0">
              <a:solidFill>
                <a:srgbClr val="202124"/>
              </a:solidFill>
              <a:latin typeface="Century Gothic" panose="020B0502020202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3000" dirty="0">
              <a:solidFill>
                <a:srgbClr val="202124"/>
              </a:solidFill>
              <a:latin typeface="Century Gothic" panose="020B0502020202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3000" dirty="0">
              <a:solidFill>
                <a:srgbClr val="202124"/>
              </a:solidFill>
              <a:latin typeface="Century Gothic" panose="020B0502020202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3000" dirty="0">
              <a:solidFill>
                <a:srgbClr val="202124"/>
              </a:solidFill>
              <a:latin typeface="Century Gothic" panose="020B0502020202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3000" dirty="0">
              <a:solidFill>
                <a:srgbClr val="202124"/>
              </a:solidFill>
              <a:latin typeface="Century Gothic" panose="020B0502020202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3000" dirty="0">
              <a:solidFill>
                <a:srgbClr val="202124"/>
              </a:solidFill>
              <a:latin typeface="Century Gothic" panose="020B0502020202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500" dirty="0">
                <a:solidFill>
                  <a:srgbClr val="FF0000"/>
                </a:solidFill>
                <a:latin typeface="Century Gothic" panose="020B0502020202020204" pitchFamily="34" charset="0"/>
              </a:rPr>
              <a:t>Full steam ahead, Mister Boatswain, full steam ahead</a:t>
            </a:r>
            <a:br>
              <a:rPr lang="en-US" sz="2500" dirty="0">
                <a:solidFill>
                  <a:srgbClr val="FF0000"/>
                </a:solidFill>
                <a:latin typeface="Century Gothic" panose="020B0502020202020204" pitchFamily="34" charset="0"/>
              </a:rPr>
            </a:br>
            <a:r>
              <a:rPr lang="en-US" sz="2500" dirty="0">
                <a:solidFill>
                  <a:srgbClr val="FF0000"/>
                </a:solidFill>
                <a:latin typeface="Century Gothic" panose="020B0502020202020204" pitchFamily="34" charset="0"/>
              </a:rPr>
              <a:t>Full steam ahead it is, Sergeant</a:t>
            </a:r>
          </a:p>
        </p:txBody>
      </p:sp>
    </p:spTree>
    <p:extLst>
      <p:ext uri="{BB962C8B-B14F-4D97-AF65-F5344CB8AC3E}">
        <p14:creationId xmlns:p14="http://schemas.microsoft.com/office/powerpoint/2010/main" val="1109037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E3FFB-A30E-2010-386D-622010007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C1384-7CB3-A716-0C6F-62F9013FAB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846305"/>
          </a:xfrm>
        </p:spPr>
        <p:txBody>
          <a:bodyPr/>
          <a:lstStyle/>
          <a:p>
            <a:pPr marL="0" indent="0" algn="ctr">
              <a:buNone/>
            </a:pPr>
            <a:endParaRPr lang="en-US" sz="2800" b="0" i="0" dirty="0">
              <a:solidFill>
                <a:srgbClr val="202124"/>
              </a:solidFill>
              <a:effectLst/>
              <a:latin typeface="Century Gothic" panose="020B0502020202020204" pitchFamily="34" charset="0"/>
            </a:endParaRPr>
          </a:p>
          <a:p>
            <a:pPr marL="0" indent="0" algn="ctr">
              <a:buNone/>
            </a:pPr>
            <a:endParaRPr lang="en-US" dirty="0">
              <a:solidFill>
                <a:srgbClr val="202124"/>
              </a:solidFill>
              <a:latin typeface="Century Gothic" panose="020B0502020202020204" pitchFamily="34" charset="0"/>
            </a:endParaRPr>
          </a:p>
          <a:p>
            <a:pPr marL="0" indent="0" algn="ctr">
              <a:buNone/>
            </a:pPr>
            <a:endParaRPr lang="en-US" sz="2800" b="0" i="0" dirty="0">
              <a:solidFill>
                <a:srgbClr val="202124"/>
              </a:solidFill>
              <a:effectLst/>
              <a:latin typeface="Century Gothic" panose="020B0502020202020204" pitchFamily="34" charset="0"/>
            </a:endParaRPr>
          </a:p>
          <a:p>
            <a:pPr marL="0" indent="0" algn="ctr">
              <a:buNone/>
            </a:pPr>
            <a:endParaRPr lang="en-US" dirty="0">
              <a:solidFill>
                <a:srgbClr val="202124"/>
              </a:solidFill>
              <a:latin typeface="Century Gothic" panose="020B0502020202020204" pitchFamily="34" charset="0"/>
            </a:endParaRPr>
          </a:p>
          <a:p>
            <a:pPr marL="0" indent="0" algn="ctr">
              <a:buNone/>
            </a:pPr>
            <a:endParaRPr lang="en-US" sz="2800" b="0" i="0" dirty="0">
              <a:solidFill>
                <a:srgbClr val="202124"/>
              </a:solidFill>
              <a:effectLst/>
              <a:latin typeface="Century Gothic" panose="020B0502020202020204" pitchFamily="34" charset="0"/>
            </a:endParaRPr>
          </a:p>
          <a:p>
            <a:pPr marL="0" indent="0" algn="ctr">
              <a:buNone/>
            </a:pPr>
            <a:r>
              <a:rPr lang="en-US" sz="2500" b="0" i="0" dirty="0">
                <a:solidFill>
                  <a:srgbClr val="202124"/>
                </a:solidFill>
                <a:effectLst/>
                <a:latin typeface="Century Gothic" panose="020B0502020202020204" pitchFamily="34" charset="0"/>
              </a:rPr>
              <a:t>(Cut the cable, drop the cable)</a:t>
            </a:r>
            <a:br>
              <a:rPr lang="en-US" sz="2500" dirty="0">
                <a:latin typeface="Century Gothic" panose="020B0502020202020204" pitchFamily="34" charset="0"/>
              </a:rPr>
            </a:br>
            <a:r>
              <a:rPr lang="en-US" sz="2500" b="0" i="0" dirty="0">
                <a:solidFill>
                  <a:srgbClr val="202124"/>
                </a:solidFill>
                <a:effectLst/>
                <a:latin typeface="Century Gothic" panose="020B0502020202020204" pitchFamily="34" charset="0"/>
              </a:rPr>
              <a:t>Aye-aye, sir, aye-aye</a:t>
            </a:r>
            <a:br>
              <a:rPr lang="en-US" sz="2500" dirty="0">
                <a:latin typeface="Century Gothic" panose="020B0502020202020204" pitchFamily="34" charset="0"/>
              </a:rPr>
            </a:br>
            <a:r>
              <a:rPr lang="en-US" sz="2500" b="0" i="0" dirty="0">
                <a:solidFill>
                  <a:srgbClr val="202124"/>
                </a:solidFill>
                <a:effectLst/>
                <a:latin typeface="Century Gothic" panose="020B0502020202020204" pitchFamily="34" charset="0"/>
              </a:rPr>
              <a:t>Captain, captain</a:t>
            </a:r>
            <a:endParaRPr lang="en-US" sz="25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0FE6332-9390-DEA2-9FB6-770A151A94F3}"/>
              </a:ext>
            </a:extLst>
          </p:cNvPr>
          <p:cNvSpPr txBox="1">
            <a:spLocks/>
          </p:cNvSpPr>
          <p:nvPr/>
        </p:nvSpPr>
        <p:spPr>
          <a:xfrm>
            <a:off x="838200" y="-539889"/>
            <a:ext cx="10515600" cy="38463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dirty="0">
              <a:solidFill>
                <a:srgbClr val="202124"/>
              </a:solidFill>
              <a:latin typeface="Century Gothic" panose="020B0502020202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dirty="0">
              <a:solidFill>
                <a:srgbClr val="202124"/>
              </a:solidFill>
              <a:latin typeface="Century Gothic" panose="020B0502020202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dirty="0">
              <a:solidFill>
                <a:srgbClr val="202124"/>
              </a:solidFill>
              <a:latin typeface="Century Gothic" panose="020B0502020202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dirty="0">
              <a:solidFill>
                <a:srgbClr val="202124"/>
              </a:solidFill>
              <a:latin typeface="Century Gothic" panose="020B0502020202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dirty="0">
              <a:solidFill>
                <a:srgbClr val="202124"/>
              </a:solidFill>
              <a:latin typeface="Century Gothic" panose="020B0502020202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500" dirty="0">
                <a:solidFill>
                  <a:srgbClr val="FF0000"/>
                </a:solidFill>
                <a:latin typeface="Century Gothic" panose="020B0502020202020204" pitchFamily="34" charset="0"/>
              </a:rPr>
              <a:t>(Cut the cable, drop the cable)</a:t>
            </a:r>
            <a:br>
              <a:rPr lang="en-US" sz="2500" dirty="0">
                <a:solidFill>
                  <a:srgbClr val="FF0000"/>
                </a:solidFill>
                <a:latin typeface="Century Gothic" panose="020B0502020202020204" pitchFamily="34" charset="0"/>
              </a:rPr>
            </a:br>
            <a:r>
              <a:rPr lang="en-US" sz="2500" dirty="0">
                <a:solidFill>
                  <a:srgbClr val="FF0000"/>
                </a:solidFill>
                <a:latin typeface="Century Gothic" panose="020B0502020202020204" pitchFamily="34" charset="0"/>
              </a:rPr>
              <a:t>Aye-aye, sir, aye-aye</a:t>
            </a:r>
            <a:br>
              <a:rPr lang="en-US" sz="2500" dirty="0">
                <a:solidFill>
                  <a:srgbClr val="FF0000"/>
                </a:solidFill>
                <a:latin typeface="Century Gothic" panose="020B0502020202020204" pitchFamily="34" charset="0"/>
              </a:rPr>
            </a:br>
            <a:r>
              <a:rPr lang="en-US" sz="2500" dirty="0">
                <a:solidFill>
                  <a:srgbClr val="FF0000"/>
                </a:solidFill>
                <a:latin typeface="Century Gothic" panose="020B0502020202020204" pitchFamily="34" charset="0"/>
              </a:rPr>
              <a:t>Captain, captain</a:t>
            </a:r>
            <a:endParaRPr lang="en-US" sz="25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36506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C4FC3-442B-FFD1-3019-07BEA91D4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41A87E-D178-8C0A-D4DA-33D86DD432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519099"/>
            <a:ext cx="10515600" cy="381980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i="0" dirty="0">
              <a:solidFill>
                <a:srgbClr val="202124"/>
              </a:solidFill>
              <a:effectLst/>
              <a:latin typeface="Century Gothic" panose="020B0502020202020204" pitchFamily="34" charset="0"/>
            </a:endParaRPr>
          </a:p>
          <a:p>
            <a:pPr marL="0" indent="0" algn="ctr">
              <a:buNone/>
            </a:pPr>
            <a:endParaRPr lang="en-US" dirty="0">
              <a:solidFill>
                <a:srgbClr val="202124"/>
              </a:solidFill>
              <a:latin typeface="Century Gothic" panose="020B0502020202020204" pitchFamily="34" charset="0"/>
            </a:endParaRPr>
          </a:p>
          <a:p>
            <a:pPr marL="0" indent="0" algn="ctr">
              <a:buNone/>
            </a:pPr>
            <a:endParaRPr lang="en-US" i="0" dirty="0">
              <a:solidFill>
                <a:srgbClr val="202124"/>
              </a:solidFill>
              <a:effectLst/>
              <a:latin typeface="Century Gothic" panose="020B0502020202020204" pitchFamily="34" charset="0"/>
            </a:endParaRPr>
          </a:p>
          <a:p>
            <a:pPr marL="0" indent="0" algn="ctr">
              <a:buNone/>
            </a:pPr>
            <a:endParaRPr lang="en-US" i="0" dirty="0">
              <a:solidFill>
                <a:srgbClr val="202124"/>
              </a:solidFill>
              <a:effectLst/>
              <a:latin typeface="Century Gothic" panose="020B0502020202020204" pitchFamily="34" charset="0"/>
            </a:endParaRPr>
          </a:p>
          <a:p>
            <a:pPr marL="0" indent="0" algn="ctr">
              <a:buNone/>
            </a:pPr>
            <a:endParaRPr lang="en-US" sz="2500" dirty="0">
              <a:solidFill>
                <a:srgbClr val="202124"/>
              </a:solidFill>
              <a:latin typeface="Century Gothic" panose="020B0502020202020204" pitchFamily="34" charset="0"/>
            </a:endParaRPr>
          </a:p>
          <a:p>
            <a:pPr marL="0" indent="0" algn="ctr">
              <a:buNone/>
            </a:pPr>
            <a:r>
              <a:rPr lang="en-US" sz="2500" i="0" dirty="0">
                <a:solidFill>
                  <a:srgbClr val="202124"/>
                </a:solidFill>
                <a:effectLst/>
                <a:latin typeface="Century Gothic" panose="020B0502020202020204" pitchFamily="34" charset="0"/>
              </a:rPr>
              <a:t>As we live a life of ease (a life of ease)</a:t>
            </a:r>
            <a:br>
              <a:rPr lang="en-US" sz="2500" dirty="0">
                <a:latin typeface="Century Gothic" panose="020B0502020202020204" pitchFamily="34" charset="0"/>
              </a:rPr>
            </a:br>
            <a:r>
              <a:rPr lang="en-US" sz="2500" i="0" dirty="0">
                <a:solidFill>
                  <a:srgbClr val="202124"/>
                </a:solidFill>
                <a:effectLst/>
                <a:latin typeface="Century Gothic" panose="020B0502020202020204" pitchFamily="34" charset="0"/>
              </a:rPr>
              <a:t>Every one of us (every one of us)</a:t>
            </a:r>
            <a:br>
              <a:rPr lang="en-US" sz="2500" dirty="0">
                <a:latin typeface="Century Gothic" panose="020B0502020202020204" pitchFamily="34" charset="0"/>
              </a:rPr>
            </a:br>
            <a:r>
              <a:rPr lang="en-US" sz="2500" i="0" dirty="0">
                <a:solidFill>
                  <a:srgbClr val="202124"/>
                </a:solidFill>
                <a:effectLst/>
                <a:latin typeface="Century Gothic" panose="020B0502020202020204" pitchFamily="34" charset="0"/>
              </a:rPr>
              <a:t>Has all we need (has all we need)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37CCCD6-D0D3-96FC-B3BF-C41889DA4498}"/>
              </a:ext>
            </a:extLst>
          </p:cNvPr>
          <p:cNvSpPr txBox="1">
            <a:spLocks/>
          </p:cNvSpPr>
          <p:nvPr/>
        </p:nvSpPr>
        <p:spPr>
          <a:xfrm>
            <a:off x="990600" y="-390801"/>
            <a:ext cx="10515600" cy="3819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dirty="0">
              <a:solidFill>
                <a:srgbClr val="202124"/>
              </a:solidFill>
              <a:latin typeface="Century Gothic" panose="020B0502020202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dirty="0">
              <a:solidFill>
                <a:srgbClr val="202124"/>
              </a:solidFill>
              <a:latin typeface="Century Gothic" panose="020B0502020202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dirty="0">
              <a:solidFill>
                <a:srgbClr val="202124"/>
              </a:solidFill>
              <a:latin typeface="Century Gothic" panose="020B0502020202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dirty="0">
              <a:solidFill>
                <a:srgbClr val="202124"/>
              </a:solidFill>
              <a:latin typeface="Century Gothic" panose="020B0502020202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2500" dirty="0">
              <a:solidFill>
                <a:srgbClr val="202124"/>
              </a:solidFill>
              <a:latin typeface="Century Gothic" panose="020B0502020202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500" dirty="0">
                <a:solidFill>
                  <a:srgbClr val="FF0000"/>
                </a:solidFill>
                <a:latin typeface="Century Gothic" panose="020B0502020202020204" pitchFamily="34" charset="0"/>
              </a:rPr>
              <a:t>As we live a life of ease (a life of ease)</a:t>
            </a:r>
            <a:br>
              <a:rPr lang="en-US" sz="2500" dirty="0">
                <a:solidFill>
                  <a:srgbClr val="FF0000"/>
                </a:solidFill>
                <a:latin typeface="Century Gothic" panose="020B0502020202020204" pitchFamily="34" charset="0"/>
              </a:rPr>
            </a:br>
            <a:r>
              <a:rPr lang="en-US" sz="2500" dirty="0">
                <a:solidFill>
                  <a:srgbClr val="FF0000"/>
                </a:solidFill>
                <a:latin typeface="Century Gothic" panose="020B0502020202020204" pitchFamily="34" charset="0"/>
              </a:rPr>
              <a:t>Every one of us (every one of us)</a:t>
            </a:r>
            <a:br>
              <a:rPr lang="en-US" sz="2500" dirty="0">
                <a:solidFill>
                  <a:srgbClr val="FF0000"/>
                </a:solidFill>
                <a:latin typeface="Century Gothic" panose="020B0502020202020204" pitchFamily="34" charset="0"/>
              </a:rPr>
            </a:br>
            <a:r>
              <a:rPr lang="en-US" sz="2500" dirty="0">
                <a:solidFill>
                  <a:srgbClr val="FF0000"/>
                </a:solidFill>
                <a:latin typeface="Century Gothic" panose="020B0502020202020204" pitchFamily="34" charset="0"/>
              </a:rPr>
              <a:t>Has all we need (has all we need)</a:t>
            </a:r>
          </a:p>
        </p:txBody>
      </p:sp>
    </p:spTree>
    <p:extLst>
      <p:ext uri="{BB962C8B-B14F-4D97-AF65-F5344CB8AC3E}">
        <p14:creationId xmlns:p14="http://schemas.microsoft.com/office/powerpoint/2010/main" val="4026621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46FED-63D7-0DA6-F775-D3930747B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2BAF43-0ADB-7165-A659-E119B5726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4765" y="1426334"/>
            <a:ext cx="10515600" cy="400533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br>
              <a:rPr lang="en-US" dirty="0">
                <a:latin typeface="Century Gothic" panose="020B0502020202020204" pitchFamily="34" charset="0"/>
              </a:rPr>
            </a:br>
            <a:endParaRPr lang="en-US" dirty="0">
              <a:latin typeface="Century Gothic" panose="020B0502020202020204" pitchFamily="34" charset="0"/>
            </a:endParaRPr>
          </a:p>
          <a:p>
            <a:pPr algn="ctr"/>
            <a:endParaRPr lang="en-US" i="0" dirty="0">
              <a:solidFill>
                <a:srgbClr val="202124"/>
              </a:solidFill>
              <a:effectLst/>
              <a:latin typeface="Century Gothic" panose="020B0502020202020204" pitchFamily="34" charset="0"/>
            </a:endParaRPr>
          </a:p>
          <a:p>
            <a:pPr algn="ctr"/>
            <a:endParaRPr lang="en-US" dirty="0">
              <a:solidFill>
                <a:srgbClr val="202124"/>
              </a:solidFill>
              <a:latin typeface="Century Gothic" panose="020B0502020202020204" pitchFamily="34" charset="0"/>
            </a:endParaRPr>
          </a:p>
          <a:p>
            <a:pPr algn="ctr"/>
            <a:endParaRPr lang="en-US" i="0" dirty="0">
              <a:solidFill>
                <a:srgbClr val="202124"/>
              </a:solidFill>
              <a:effectLst/>
              <a:latin typeface="Century Gothic" panose="020B0502020202020204" pitchFamily="34" charset="0"/>
            </a:endParaRPr>
          </a:p>
          <a:p>
            <a:pPr marL="0" indent="0" algn="ctr">
              <a:buNone/>
            </a:pPr>
            <a:r>
              <a:rPr lang="en-US" sz="2500" i="0" dirty="0">
                <a:solidFill>
                  <a:srgbClr val="202124"/>
                </a:solidFill>
                <a:effectLst/>
                <a:latin typeface="Century Gothic" panose="020B0502020202020204" pitchFamily="34" charset="0"/>
              </a:rPr>
              <a:t>Sky of blue (sky of blue)</a:t>
            </a:r>
            <a:br>
              <a:rPr lang="en-US" sz="2500" dirty="0">
                <a:latin typeface="Century Gothic" panose="020B0502020202020204" pitchFamily="34" charset="0"/>
              </a:rPr>
            </a:br>
            <a:r>
              <a:rPr lang="en-US" sz="2500" i="0" dirty="0">
                <a:solidFill>
                  <a:srgbClr val="202124"/>
                </a:solidFill>
                <a:effectLst/>
                <a:latin typeface="Century Gothic" panose="020B0502020202020204" pitchFamily="34" charset="0"/>
              </a:rPr>
              <a:t>And sea of green (sea of green)</a:t>
            </a:r>
            <a:br>
              <a:rPr lang="en-US" sz="2500" dirty="0">
                <a:latin typeface="Century Gothic" panose="020B0502020202020204" pitchFamily="34" charset="0"/>
              </a:rPr>
            </a:br>
            <a:r>
              <a:rPr lang="en-US" sz="2500" i="0" dirty="0">
                <a:solidFill>
                  <a:srgbClr val="202124"/>
                </a:solidFill>
                <a:effectLst/>
                <a:latin typeface="Century Gothic" panose="020B0502020202020204" pitchFamily="34" charset="0"/>
              </a:rPr>
              <a:t>In our yellow (in our yellow)</a:t>
            </a:r>
            <a:br>
              <a:rPr lang="en-US" sz="2500" dirty="0">
                <a:latin typeface="Century Gothic" panose="020B0502020202020204" pitchFamily="34" charset="0"/>
              </a:rPr>
            </a:br>
            <a:r>
              <a:rPr lang="en-US" sz="2500" i="0" dirty="0">
                <a:solidFill>
                  <a:srgbClr val="202124"/>
                </a:solidFill>
                <a:effectLst/>
                <a:latin typeface="Century Gothic" panose="020B0502020202020204" pitchFamily="34" charset="0"/>
              </a:rPr>
              <a:t>Submarine (submarine, aha)</a:t>
            </a:r>
            <a:endParaRPr lang="en-US" sz="2500" dirty="0">
              <a:latin typeface="Century Gothic" panose="020B0502020202020204" pitchFamily="34" charset="0"/>
            </a:endParaRPr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6B4A309-A88F-BA6E-E64B-0D2BB43532A2}"/>
              </a:ext>
            </a:extLst>
          </p:cNvPr>
          <p:cNvSpPr txBox="1">
            <a:spLocks/>
          </p:cNvSpPr>
          <p:nvPr/>
        </p:nvSpPr>
        <p:spPr>
          <a:xfrm>
            <a:off x="950843" y="-447123"/>
            <a:ext cx="10515600" cy="40053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br>
              <a:rPr lang="en-US" dirty="0">
                <a:latin typeface="Century Gothic" panose="020B0502020202020204" pitchFamily="34" charset="0"/>
              </a:rPr>
            </a:br>
            <a:endParaRPr lang="en-US" dirty="0">
              <a:latin typeface="Century Gothic" panose="020B0502020202020204" pitchFamily="34" charset="0"/>
            </a:endParaRPr>
          </a:p>
          <a:p>
            <a:pPr algn="ctr"/>
            <a:endParaRPr lang="en-US" dirty="0">
              <a:solidFill>
                <a:srgbClr val="202124"/>
              </a:solidFill>
              <a:latin typeface="Century Gothic" panose="020B0502020202020204" pitchFamily="34" charset="0"/>
            </a:endParaRPr>
          </a:p>
          <a:p>
            <a:pPr algn="ctr"/>
            <a:endParaRPr lang="en-US" dirty="0">
              <a:solidFill>
                <a:srgbClr val="202124"/>
              </a:solidFill>
              <a:latin typeface="Century Gothic" panose="020B0502020202020204" pitchFamily="34" charset="0"/>
            </a:endParaRPr>
          </a:p>
          <a:p>
            <a:pPr algn="ctr"/>
            <a:endParaRPr lang="en-US" dirty="0">
              <a:solidFill>
                <a:srgbClr val="202124"/>
              </a:solidFill>
              <a:latin typeface="Century Gothic" panose="020B0502020202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500" dirty="0">
                <a:solidFill>
                  <a:srgbClr val="FF0000"/>
                </a:solidFill>
                <a:latin typeface="Century Gothic" panose="020B0502020202020204" pitchFamily="34" charset="0"/>
              </a:rPr>
              <a:t>Sky of blue (sky of blue)</a:t>
            </a:r>
            <a:br>
              <a:rPr lang="en-US" sz="2500" dirty="0">
                <a:solidFill>
                  <a:srgbClr val="FF0000"/>
                </a:solidFill>
                <a:latin typeface="Century Gothic" panose="020B0502020202020204" pitchFamily="34" charset="0"/>
              </a:rPr>
            </a:br>
            <a:r>
              <a:rPr lang="en-US" sz="2500" dirty="0">
                <a:solidFill>
                  <a:srgbClr val="FF0000"/>
                </a:solidFill>
                <a:latin typeface="Century Gothic" panose="020B0502020202020204" pitchFamily="34" charset="0"/>
              </a:rPr>
              <a:t>And sea of green (sea of green)</a:t>
            </a:r>
            <a:br>
              <a:rPr lang="en-US" sz="2500" dirty="0">
                <a:solidFill>
                  <a:srgbClr val="FF0000"/>
                </a:solidFill>
                <a:latin typeface="Century Gothic" panose="020B0502020202020204" pitchFamily="34" charset="0"/>
              </a:rPr>
            </a:br>
            <a:r>
              <a:rPr lang="en-US" sz="2500" dirty="0">
                <a:solidFill>
                  <a:srgbClr val="FF0000"/>
                </a:solidFill>
                <a:latin typeface="Century Gothic" panose="020B0502020202020204" pitchFamily="34" charset="0"/>
              </a:rPr>
              <a:t>In our yellow (in our yellow)</a:t>
            </a:r>
            <a:br>
              <a:rPr lang="en-US" sz="2500" dirty="0">
                <a:solidFill>
                  <a:srgbClr val="FF0000"/>
                </a:solidFill>
                <a:latin typeface="Century Gothic" panose="020B0502020202020204" pitchFamily="34" charset="0"/>
              </a:rPr>
            </a:br>
            <a:r>
              <a:rPr lang="en-US" sz="2500" dirty="0">
                <a:solidFill>
                  <a:srgbClr val="FF0000"/>
                </a:solidFill>
                <a:latin typeface="Century Gothic" panose="020B0502020202020204" pitchFamily="34" charset="0"/>
              </a:rPr>
              <a:t>Submarine (submarine, aha)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5166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7D8EE-234C-F366-C65B-4C633997A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AB28D-3AA3-BDD8-F725-82E7E7182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236705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i="0" dirty="0">
                <a:solidFill>
                  <a:srgbClr val="FF0000"/>
                </a:solidFill>
                <a:effectLst/>
                <a:latin typeface="Century Gothic" panose="020B0502020202020204" pitchFamily="34" charset="0"/>
              </a:rPr>
              <a:t>We all live in a yellow submarine</a:t>
            </a:r>
            <a:br>
              <a:rPr lang="en-US" dirty="0">
                <a:solidFill>
                  <a:srgbClr val="FF0000"/>
                </a:solidFill>
                <a:latin typeface="Century Gothic" panose="020B0502020202020204" pitchFamily="34" charset="0"/>
              </a:rPr>
            </a:br>
            <a:r>
              <a:rPr lang="en-US" i="0" dirty="0">
                <a:solidFill>
                  <a:srgbClr val="FF0000"/>
                </a:solidFill>
                <a:effectLst/>
                <a:latin typeface="Century Gothic" panose="020B0502020202020204" pitchFamily="34" charset="0"/>
              </a:rPr>
              <a:t>A yellow submarine, yellow submarine</a:t>
            </a:r>
            <a:br>
              <a:rPr lang="en-US" dirty="0">
                <a:solidFill>
                  <a:srgbClr val="FF0000"/>
                </a:solidFill>
                <a:latin typeface="Century Gothic" panose="020B0502020202020204" pitchFamily="34" charset="0"/>
              </a:rPr>
            </a:br>
            <a:r>
              <a:rPr lang="en-US" i="0" dirty="0">
                <a:solidFill>
                  <a:srgbClr val="FF0000"/>
                </a:solidFill>
                <a:effectLst/>
                <a:latin typeface="Century Gothic" panose="020B0502020202020204" pitchFamily="34" charset="0"/>
              </a:rPr>
              <a:t>We all live in a yellow submarine</a:t>
            </a:r>
            <a:br>
              <a:rPr lang="en-US" dirty="0">
                <a:solidFill>
                  <a:srgbClr val="FF0000"/>
                </a:solidFill>
                <a:latin typeface="Century Gothic" panose="020B0502020202020204" pitchFamily="34" charset="0"/>
              </a:rPr>
            </a:br>
            <a:r>
              <a:rPr lang="en-US" i="0" dirty="0">
                <a:solidFill>
                  <a:srgbClr val="FF0000"/>
                </a:solidFill>
                <a:effectLst/>
                <a:latin typeface="Century Gothic" panose="020B0502020202020204" pitchFamily="34" charset="0"/>
              </a:rPr>
              <a:t>A yellow submarine, yellow submarine</a:t>
            </a:r>
          </a:p>
          <a:p>
            <a:pPr marL="0" indent="0" algn="ctr">
              <a:buNone/>
            </a:pPr>
            <a:br>
              <a:rPr lang="en-US" dirty="0">
                <a:latin typeface="Century Gothic" panose="020B0502020202020204" pitchFamily="34" charset="0"/>
              </a:rPr>
            </a:br>
            <a:r>
              <a:rPr lang="en-US" i="0" dirty="0">
                <a:solidFill>
                  <a:srgbClr val="202124"/>
                </a:solidFill>
                <a:effectLst/>
                <a:latin typeface="Century Gothic" panose="020B0502020202020204" pitchFamily="34" charset="0"/>
              </a:rPr>
              <a:t>We all live in a yellow submarine</a:t>
            </a:r>
            <a:br>
              <a:rPr lang="en-US" dirty="0">
                <a:latin typeface="Century Gothic" panose="020B0502020202020204" pitchFamily="34" charset="0"/>
              </a:rPr>
            </a:br>
            <a:r>
              <a:rPr lang="en-US" i="0" dirty="0">
                <a:solidFill>
                  <a:srgbClr val="202124"/>
                </a:solidFill>
                <a:effectLst/>
                <a:latin typeface="Century Gothic" panose="020B0502020202020204" pitchFamily="34" charset="0"/>
              </a:rPr>
              <a:t>Yellow submarine, yellow submarine</a:t>
            </a:r>
            <a:br>
              <a:rPr lang="en-US" dirty="0">
                <a:latin typeface="Century Gothic" panose="020B0502020202020204" pitchFamily="34" charset="0"/>
              </a:rPr>
            </a:br>
            <a:r>
              <a:rPr lang="en-US" i="0" dirty="0">
                <a:solidFill>
                  <a:srgbClr val="202124"/>
                </a:solidFill>
                <a:effectLst/>
                <a:latin typeface="Century Gothic" panose="020B0502020202020204" pitchFamily="34" charset="0"/>
              </a:rPr>
              <a:t>We all live in a yellow submarine</a:t>
            </a:r>
            <a:br>
              <a:rPr lang="en-US" dirty="0">
                <a:latin typeface="Century Gothic" panose="020B0502020202020204" pitchFamily="34" charset="0"/>
              </a:rPr>
            </a:br>
            <a:r>
              <a:rPr lang="en-US" i="0" dirty="0">
                <a:solidFill>
                  <a:srgbClr val="202124"/>
                </a:solidFill>
                <a:effectLst/>
                <a:latin typeface="Century Gothic" panose="020B0502020202020204" pitchFamily="34" charset="0"/>
              </a:rPr>
              <a:t>Yellow submarine, yellow submarine</a:t>
            </a:r>
            <a:endParaRPr lang="en-US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5840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56BE1-60A4-5F54-D749-7E7E12782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710D3-BBCB-C41C-DBE5-4055B5D3C2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0783" y="1479343"/>
            <a:ext cx="10515600" cy="3899314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endParaRPr lang="en-US" i="0" dirty="0">
              <a:solidFill>
                <a:srgbClr val="202124"/>
              </a:solidFill>
              <a:effectLst/>
              <a:latin typeface="Century Gothic" panose="020B0502020202020204" pitchFamily="34" charset="0"/>
            </a:endParaRPr>
          </a:p>
          <a:p>
            <a:pPr marL="0" indent="0" algn="ctr">
              <a:buNone/>
            </a:pPr>
            <a:endParaRPr lang="en-US" dirty="0">
              <a:solidFill>
                <a:srgbClr val="202124"/>
              </a:solidFill>
              <a:latin typeface="Century Gothic" panose="020B0502020202020204" pitchFamily="34" charset="0"/>
            </a:endParaRPr>
          </a:p>
          <a:p>
            <a:pPr marL="0" indent="0" algn="ctr">
              <a:buNone/>
            </a:pPr>
            <a:endParaRPr lang="en-US" i="0" dirty="0">
              <a:solidFill>
                <a:srgbClr val="202124"/>
              </a:solidFill>
              <a:effectLst/>
              <a:latin typeface="Century Gothic" panose="020B0502020202020204" pitchFamily="34" charset="0"/>
            </a:endParaRPr>
          </a:p>
          <a:p>
            <a:pPr marL="0" indent="0" algn="ctr">
              <a:buNone/>
            </a:pPr>
            <a:endParaRPr lang="en-US" dirty="0">
              <a:solidFill>
                <a:srgbClr val="202124"/>
              </a:solidFill>
              <a:latin typeface="Century Gothic" panose="020B0502020202020204" pitchFamily="34" charset="0"/>
            </a:endParaRPr>
          </a:p>
          <a:p>
            <a:pPr marL="0" indent="0" algn="ctr">
              <a:buNone/>
            </a:pPr>
            <a:endParaRPr lang="en-US" i="0" dirty="0">
              <a:solidFill>
                <a:srgbClr val="202124"/>
              </a:solidFill>
              <a:effectLst/>
              <a:latin typeface="Century Gothic" panose="020B0502020202020204" pitchFamily="34" charset="0"/>
            </a:endParaRPr>
          </a:p>
          <a:p>
            <a:pPr marL="0" indent="0" algn="ctr">
              <a:buNone/>
            </a:pPr>
            <a:r>
              <a:rPr lang="en-US" sz="2500" i="0" dirty="0">
                <a:solidFill>
                  <a:srgbClr val="202124"/>
                </a:solidFill>
                <a:effectLst/>
                <a:latin typeface="Century Gothic" panose="020B0502020202020204" pitchFamily="34" charset="0"/>
              </a:rPr>
              <a:t>We all live in a yellow submarine</a:t>
            </a:r>
            <a:br>
              <a:rPr lang="en-US" sz="2500" dirty="0">
                <a:latin typeface="Century Gothic" panose="020B0502020202020204" pitchFamily="34" charset="0"/>
              </a:rPr>
            </a:br>
            <a:r>
              <a:rPr lang="en-US" sz="2500" i="0" dirty="0">
                <a:solidFill>
                  <a:srgbClr val="202124"/>
                </a:solidFill>
                <a:effectLst/>
                <a:latin typeface="Century Gothic" panose="020B0502020202020204" pitchFamily="34" charset="0"/>
              </a:rPr>
              <a:t>Yellow submarine, yellow submarine</a:t>
            </a:r>
            <a:br>
              <a:rPr lang="en-US" sz="2500" dirty="0">
                <a:latin typeface="Century Gothic" panose="020B0502020202020204" pitchFamily="34" charset="0"/>
              </a:rPr>
            </a:br>
            <a:r>
              <a:rPr lang="en-US" sz="2500" i="0" dirty="0">
                <a:solidFill>
                  <a:srgbClr val="202124"/>
                </a:solidFill>
                <a:effectLst/>
                <a:latin typeface="Century Gothic" panose="020B0502020202020204" pitchFamily="34" charset="0"/>
              </a:rPr>
              <a:t>We all live in a yellow submarine</a:t>
            </a:r>
            <a:br>
              <a:rPr lang="en-US" sz="2500" dirty="0">
                <a:latin typeface="Century Gothic" panose="020B0502020202020204" pitchFamily="34" charset="0"/>
              </a:rPr>
            </a:br>
            <a:r>
              <a:rPr lang="en-US" sz="2500" i="0" dirty="0">
                <a:solidFill>
                  <a:srgbClr val="202124"/>
                </a:solidFill>
                <a:effectLst/>
                <a:latin typeface="Century Gothic" panose="020B0502020202020204" pitchFamily="34" charset="0"/>
              </a:rPr>
              <a:t>Yellow submarine, yellow submarine</a:t>
            </a:r>
            <a:endParaRPr lang="en-US" sz="25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8327AD1-6269-035A-E72E-FDFF673330F5}"/>
              </a:ext>
            </a:extLst>
          </p:cNvPr>
          <p:cNvSpPr txBox="1">
            <a:spLocks/>
          </p:cNvSpPr>
          <p:nvPr/>
        </p:nvSpPr>
        <p:spPr>
          <a:xfrm>
            <a:off x="1083365" y="-258969"/>
            <a:ext cx="10515600" cy="389931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dirty="0">
              <a:solidFill>
                <a:srgbClr val="202124"/>
              </a:solidFill>
              <a:latin typeface="Century Gothic" panose="020B0502020202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dirty="0">
              <a:solidFill>
                <a:srgbClr val="202124"/>
              </a:solidFill>
              <a:latin typeface="Century Gothic" panose="020B0502020202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dirty="0">
              <a:solidFill>
                <a:srgbClr val="202124"/>
              </a:solidFill>
              <a:latin typeface="Century Gothic" panose="020B0502020202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dirty="0">
              <a:solidFill>
                <a:srgbClr val="202124"/>
              </a:solidFill>
              <a:latin typeface="Century Gothic" panose="020B0502020202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dirty="0">
              <a:solidFill>
                <a:srgbClr val="202124"/>
              </a:solidFill>
              <a:latin typeface="Century Gothic" panose="020B0502020202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500" dirty="0">
                <a:solidFill>
                  <a:srgbClr val="FF0000"/>
                </a:solidFill>
                <a:latin typeface="Century Gothic" panose="020B0502020202020204" pitchFamily="34" charset="0"/>
              </a:rPr>
              <a:t>We all live in a yellow submarine</a:t>
            </a:r>
            <a:br>
              <a:rPr lang="en-US" sz="2500" dirty="0">
                <a:solidFill>
                  <a:srgbClr val="FF0000"/>
                </a:solidFill>
                <a:latin typeface="Century Gothic" panose="020B0502020202020204" pitchFamily="34" charset="0"/>
              </a:rPr>
            </a:br>
            <a:r>
              <a:rPr lang="en-US" sz="2500" dirty="0">
                <a:solidFill>
                  <a:srgbClr val="FF0000"/>
                </a:solidFill>
                <a:latin typeface="Century Gothic" panose="020B0502020202020204" pitchFamily="34" charset="0"/>
              </a:rPr>
              <a:t>Yellow submarine, yellow submarine</a:t>
            </a:r>
            <a:br>
              <a:rPr lang="en-US" sz="2500" dirty="0">
                <a:solidFill>
                  <a:srgbClr val="FF0000"/>
                </a:solidFill>
                <a:latin typeface="Century Gothic" panose="020B0502020202020204" pitchFamily="34" charset="0"/>
              </a:rPr>
            </a:br>
            <a:r>
              <a:rPr lang="en-US" sz="2500" dirty="0">
                <a:solidFill>
                  <a:srgbClr val="FF0000"/>
                </a:solidFill>
                <a:latin typeface="Century Gothic" panose="020B0502020202020204" pitchFamily="34" charset="0"/>
              </a:rPr>
              <a:t>We all live in a yellow submarine</a:t>
            </a:r>
            <a:br>
              <a:rPr lang="en-US" sz="2500" dirty="0">
                <a:solidFill>
                  <a:srgbClr val="FF0000"/>
                </a:solidFill>
                <a:latin typeface="Century Gothic" panose="020B0502020202020204" pitchFamily="34" charset="0"/>
              </a:rPr>
            </a:br>
            <a:r>
              <a:rPr lang="en-US" sz="2500" dirty="0">
                <a:solidFill>
                  <a:srgbClr val="FF0000"/>
                </a:solidFill>
                <a:latin typeface="Century Gothic" panose="020B0502020202020204" pitchFamily="34" charset="0"/>
              </a:rPr>
              <a:t>Yellow submarine, yellow submarine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77522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594</Words>
  <Application>Microsoft Office PowerPoint</Application>
  <PresentationFormat>Widescreen</PresentationFormat>
  <Paragraphs>130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Century Gothic</vt:lpstr>
      <vt:lpstr>Office Theme</vt:lpstr>
      <vt:lpstr>The Yellow Submarine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Yellow Submarine</dc:title>
  <dc:creator>LAB3_PC12</dc:creator>
  <cp:lastModifiedBy>LAB3_PC12</cp:lastModifiedBy>
  <cp:revision>1</cp:revision>
  <dcterms:created xsi:type="dcterms:W3CDTF">2023-04-19T08:01:14Z</dcterms:created>
  <dcterms:modified xsi:type="dcterms:W3CDTF">2023-04-19T09:04:07Z</dcterms:modified>
</cp:coreProperties>
</file>